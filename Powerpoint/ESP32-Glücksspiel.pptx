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60" r:id="rId5"/>
    <p:sldId id="259" r:id="rId6"/>
    <p:sldId id="262" r:id="rId7"/>
    <p:sldId id="266" r:id="rId8"/>
    <p:sldId id="267" r:id="rId9"/>
    <p:sldId id="263" r:id="rId10"/>
    <p:sldId id="265" r:id="rId1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32"/>
    <a:srgbClr val="A02B93"/>
    <a:srgbClr val="0F9E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8" d="100"/>
          <a:sy n="98" d="100"/>
        </p:scale>
        <p:origin x="374" y="86"/>
      </p:cViewPr>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22:38:09.291"/>
    </inkml:context>
    <inkml:brush xml:id="br0">
      <inkml:brushProperty name="width" value="0.35" units="cm"/>
      <inkml:brushProperty name="height" value="0.35" units="cm"/>
      <inkml:brushProperty name="color" value="#FFFFFF"/>
    </inkml:brush>
  </inkml:definitions>
  <inkml:trace contextRef="#ctx0" brushRef="#br0">1290 0 24575,'-317'515'0,"211"-355"0,46-70 0,-55 88 0,89-135 0,3 2 0,-21 55 0,39-87 0,-2 0 0,0 0 0,0-1 0,-16 20 0,13-19 0,1 0 0,0 0 0,1 1 0,-7 18 0,-81 269 0,71-213 0,14-51 0,-8 24 0,3 2 0,2-1 0,-6 69 0,19-119 0,-1 1 0,-1-1 0,0 0 0,0-1 0,-10 23 0,-3 7 0,-83 289 0,31-93 0,32-135 0,-9 37 0,42-120 0,0 0 0,2 0 0,0 0 0,3 38 0,1-4 0,-3 708 0,2-722-341,2-1 0,1-1-1,16 54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22:38:23.718"/>
    </inkml:context>
    <inkml:brush xml:id="br0">
      <inkml:brushProperty name="width" value="0.35" units="cm"/>
      <inkml:brushProperty name="height" value="0.35" units="cm"/>
      <inkml:brushProperty name="color" value="#FFFFFF"/>
    </inkml:brush>
  </inkml:definitions>
  <inkml:trace contextRef="#ctx0" brushRef="#br0">284 2756 24575,'-3'-3'0,"1"0"0,0 1 0,0-1 0,0 0 0,0 0 0,1-1 0,-1 1 0,-1-6 0,-5-11 0,-30-54 0,-88-196 0,111 231 0,2 0 0,2-1 0,1 0 0,2-1 0,-3-51 0,2-54 0,-7-236 0,19 346 0,1 1 0,2-1 0,1 1 0,24-67 0,-14 46 0,-10 33 0,9-31 0,13-81 0,-18 65 0,43-366 0,-53 394 0,-2 34 0,1 0 0,0 0 0,0 0 0,0 0 0,1 1 0,1-1 0,-1 0 0,1 1 0,1-1 0,-1 1 0,1 0 0,1-1 0,-1 2 0,8-12 0,22-20 0,43-37 0,-28 29 0,-6 3 0,-24 23 0,1 0 0,1 2 0,1 0 0,0 1 0,30-18 0,-40 30 0,0 1 0,0 0 0,1 1 0,0 0 0,0 1 0,-1 0 0,1 1 0,0 0 0,0 1 0,0 0 0,0 1 0,18 3 0,-25-2 0,0 0 0,0 0 0,0 1 0,0-1 0,0 1 0,-1 0 0,1 1 0,-1-1 0,6 7 0,35 41 0,-33-37 0,-5-4 0,-1-1 0,0 1 0,-1 0 0,0 0 0,0 1 0,-1-1 0,-1 1 0,0 0 0,0 0 0,1 17 0,1 17 0,-2 59 0,-3-70 0,-2 46 0,-4 0 0,-3 0 0,-4-1 0,-3 0 0,-39 115 0,-78 171 0,86-242 0,16-39 0,-51 97 0,77-170 0,1 0 0,0 0 0,0 1 0,-2 12 0,-7 24 0,4-20 0,1 1 0,1-1 0,2 1 0,-2 46 0,6 116 0,2-108 0,20-415 0,1-16 0,-36 6 0,11 251 0,4 1 0,3-1 0,4 1 0,24-103 0,-23 139 0,-3-1 0,-1-64 0,0 0 0,-2 75-455,-2 0 0,-5-48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22:38:33.384"/>
    </inkml:context>
    <inkml:brush xml:id="br0">
      <inkml:brushProperty name="width" value="0.35" units="cm"/>
      <inkml:brushProperty name="height" value="0.35" units="cm"/>
      <inkml:brushProperty name="color" value="#FFFFFF"/>
    </inkml:brush>
  </inkml:definitions>
  <inkml:trace contextRef="#ctx0" brushRef="#br0">227 0 24575,'57'3'0,"89"15"0,-44-3 0,413 28 0,-313-29 0,-57-2 0,258 11 0,929-24 0,-1236-1 0,0-3 0,0-5 0,128-29 0,-167 25 0,0 3 0,1 3 0,0 2 0,73 1 0,-119 6 0,1 0 0,-1 0 0,0 2 0,0-1 0,0 1 0,0 1 0,-1 0 0,1 1 0,-1 0 0,0 1 0,-1 0 0,1 1 0,13 11 0,-22-16 0,0 1 0,0-1 0,0 1 0,-1 0 0,1 0 0,0 0 0,-1 0 0,0 0 0,0 1 0,0-1 0,0 0 0,-1 0 0,1 1 0,-1 4 0,-2 54 0,0-24 0,3 313 0,-3 142 0,-2-439 0,-22 106 0,0-13 0,-14 169 0,12 48 0,-19 184 0,35-386 0,10 169 0,4-157 0,-2 208 0,0-379 0,1 0 0,-1 0 0,1 1 0,-1-1 0,1 0 0,0 0 0,1 0 0,-1 0 0,0-1 0,1 1 0,-1 0 0,1-1 0,0 1 0,4 3 0,-4-3 0,1 0 0,-1 0 0,0 0 0,0 0 0,0 0 0,-1 1 0,1-1 0,-1 0 0,0 1 0,1-1 0,-2 1 0,2 5 0,-2 18 0,0 1 0,-2 0 0,-10 49 0,6-44 0,1 0 0,0 38 0,6-36 0,1-19 0,-2-1 0,0 0 0,-1 0 0,0 0 0,-4 17 0,4-28 0,-1-1 0,1 1 0,-1 0 0,1 0 0,-1-1 0,0 1 0,0-1 0,-1 1 0,1-1 0,-1 0 0,0 0 0,1 0 0,-1 0 0,-1-1 0,1 1 0,0-1 0,-1 0 0,1 0 0,-1 0 0,1 0 0,-1-1 0,0 1 0,-8 1 0,-31 6 0,-65 5 0,15-3 0,-37 11 0,13-2 0,-132 7 0,132-18 0,-121 26 0,35-3 0,-89 18 0,47-7 0,-307 5 0,-2-40 0,505-6 0,-61 10 0,62-5 0,-59 1 0,102-9 0,0 0 0,0 1 0,-1-2 0,1 1 0,0-1 0,0 1 0,0-1 0,1-1 0,-1 1 0,0-1 0,1 1 0,-1-1 0,-4-5 0,-9-8 0,-27-30 0,15 14 0,-26-21 0,-66-69 0,110 107 0,-1-1 0,2 0 0,0-1 0,1 0 0,1-1 0,-11-30 0,10 16 0,2-1 0,1 0 0,2 0 0,1 0 0,2-1 0,1 0 0,2 1 0,6-45 0,9-20 0,42-142 0,-4-4 0,-47 207 0,6-24 0,19-126 0,-32 151 0,-1 6 0,2 28 0,2 15 0,41 187 0,5 38 0,-48-178 0,-1-48 0,0 0 0,0 0 0,1 0 0,0 0 0,5 16 0,0-14 0,1-1 0,1 0 0,0-1 0,1 0 0,0 0 0,1-1 0,11 10 0,-7-5 0,32 38 0,-25-28 0,42 41 0,-25-34 0,1-1 0,1-2 0,1-1 0,2-2 0,1-3 0,53 22 0,-21-17 0,2-3 0,1-4 0,0-3 0,152 14 0,-188-30 0,1-3 0,0-2 0,0-2 0,0-1 0,-1-3 0,84-25 0,-99 23 0,62-18 0,18-2 0,9-2 0,59 7 0,-124 20 0,0-2 0,0-2 0,64-21 0,266-103 0,-180 56 0,-175 64 0,-1 0 0,-1-2 0,0-1 0,-1-1 0,28-26 0,14-8 0,-49 40 0,-1-1 0,0-1 0,14-15 0,-26 23 0,-1 1 0,0-1 0,0 0 0,0 0 0,-1 0 0,0-1 0,0 1 0,0 0 0,-1-1 0,1 0 0,0-9 0,0-9 0,-2-35 0,0 32 0,-1-112 0,1-74 0,3 187 0,1 1 0,11-43 0,-9 47 0,-1 0 0,-1 0 0,-1 0 0,1-38 0,-4 59 0,0 1 0,0-1 0,0 0 0,0 0 0,-1 0 0,1 0 0,0 0 0,0 0 0,0 0 0,0 0 0,0 0 0,0 0 0,0 0 0,0 0 0,0 1 0,0-1 0,0 0 0,-1 0 0,1 0 0,0 0 0,0 0 0,0 0 0,0 0 0,0 0 0,0 0 0,0 0 0,0 0 0,-1 0 0,1 0 0,0 0 0,0 0 0,0 0 0,0 0 0,0 0 0,0 0 0,0 0 0,0 0 0,0-1 0,-1 1 0,1 0 0,0 0 0,0 0 0,0 0 0,0 0 0,0 0 0,0 0 0,0 0 0,0 0 0,0 0 0,0 0 0,0 0 0,0 0 0,0-1 0,0 1 0,0 0 0,-1 0 0,1 0 0,-9 16 0,-8 25 0,-2 19 0,4 1 0,1 1 0,4 1 0,2 0 0,3 0 0,5 98 0,2-137 0,1 0 0,0-1 0,2 1 0,14 38 0,-16-52 0,2 15 0,-1 1 0,-1-1 0,-1 1 0,-2-1 0,-3 39 0,1 4 0,4 33 0,-4 101 0,1-200 0,1 1 0,-1 0 0,0-1 0,1 1 0,-1-1 0,0 1 0,-1-1 0,1 1 0,0-1 0,-1 0 0,1 0 0,-1 0 0,0 1 0,0-2 0,0 1 0,0 0 0,0 0 0,0 0 0,0-1 0,-5 3 0,-4 1 0,0 0 0,0 0 0,-17 4 0,15-5 0,-31 9 0,0-1 0,0-3 0,-1-1 0,0-3 0,-68 1 0,67-6 0,1 3 0,0 2 0,-81 18 0,55-4 0,-110 46 0,110-38 0,-76 16 0,80-25 0,-106 43 0,128-43 0,-2-1 0,1-3 0,-2-2 0,-79 11 0,-199 1 0,234-20 0,-33 0 0,0-6 0,-205-29 0,-57-44 0,378 73 0,0-1 0,0 1 0,0-1 0,1-1 0,-1 0 0,1 0 0,0 0 0,0-1 0,0 0 0,1-1 0,0 0 0,-8-8 0,-34-27 0,-1 2 0,-67-39 0,-9-7 0,75 53 0,38 26 0,1-1 0,1-1 0,-18-14 0,25 18 0,0 0 0,1 0 0,-1-1 0,1 1 0,0-1 0,0 0 0,1 1 0,-1-1 0,1 0 0,0-1 0,1 1 0,-3-11 0,3 12 0,1-1 0,0 0 0,0 0 0,0 0 0,0 0 0,1 0 0,0 0 0,0 0 0,0 1 0,0-1 0,1 0 0,0 1 0,0-1 0,0 1 0,1-1 0,-1 1 0,1 0 0,0 0 0,0 1 0,0-1 0,1 0 0,0 1 0,-1 0 0,9-5 0,7-5 0,0 2 0,1 0 0,0 1 0,22-7 0,-37 15 0,41-15 0,1 2 0,1 2 0,88-12 0,-49 17 0,116 2 0,-159 8 0,0 3 0,0 1 0,46 12 0,125 46 0,-209-62 0,20 5 0,-18-5 0,0 0 0,0 1 0,0 0 0,-1 0 0,13 8 0,-17-10 0,-1 1 0,0 0 0,0 0 0,0 0 0,0 0 0,-1 0 0,1 0 0,-1 1 0,1-1 0,-1 1 0,0-1 0,1 1 0,-1-1 0,-1 1 0,1 0 0,0-1 0,-1 1 0,1 0 0,-1 0 0,0-1 0,0 5 0,-3 106 0,3-110 0,-1 0 0,0-1 0,0 1 0,0-1 0,0 1 0,0-1 0,0 0 0,-1 1 0,1-1 0,-1 0 0,0 0 0,1 0 0,-1 0 0,0 0 0,0 0 0,-1-1 0,1 1 0,0-1 0,0 1 0,-1-1 0,1 0 0,-1 0 0,1 0 0,-1 0 0,1 0 0,-1-1 0,-4 1 0,-10 2 0,0 0 0,-1-2 0,-19 0 0,21-1 0,-258 19 0,19 0 0,-209-16 0,556-3-1365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22:38:39.134"/>
    </inkml:context>
    <inkml:brush xml:id="br0">
      <inkml:brushProperty name="width" value="0.35" units="cm"/>
      <inkml:brushProperty name="height" value="0.35" units="cm"/>
      <inkml:brushProperty name="color" value="#FFFFFF"/>
    </inkml:brush>
  </inkml:definitions>
  <inkml:trace contextRef="#ctx0" brushRef="#br0">0 299 24575,'292'23'0,"-229"-16"0,204 25 0,250 25 0,3-35 0,-519-22 0,1 0 0,-1 0 0,1 0 0,0 0 0,-1 0 0,1-1 0,-1 1 0,1 0 0,-1-1 0,1 1 0,-1-1 0,1 1 0,-1-1 0,1 0 0,-1 0 0,0 0 0,1 0 0,-1 0 0,0 0 0,0 0 0,0 0 0,0 0 0,2-2 0,-3 1 0,1 0 0,0 0 0,-1 0 0,0 0 0,1 0 0,-1-1 0,0 1 0,0 0 0,0 0 0,0 0 0,0 0 0,-1 0 0,1 0 0,-1-1 0,0-1 0,-2-5 0,-1 1 0,0-1 0,0 1 0,-1 0 0,0 0 0,0 0 0,-8-7 0,-13-12 0,-2 1 0,0 2 0,-2 1 0,-53-32 0,57 40 0,-1 1 0,0 1 0,-1 2 0,-1 0 0,0 2 0,-39-7 0,43 14 0,1 0 0,-46 4 0,46 0 0,1-2 0,-1 0 0,-36-6 0,10-4 0,-184-30 0,171 33 0,-116 1 0,177 5 0,1 1 0,-1 0 0,1 0 0,-1 0 0,1 0 0,-1 1 0,1-1 0,-1 0 0,1 1 0,-1-1 0,1 1 0,-1-1 0,1 1 0,0 0 0,-1-1 0,1 1 0,0 0 0,0 0 0,-1 0 0,-1 2 0,3-2 0,0 0 0,-1 0 0,1 1 0,0-1 0,0 0 0,0 0 0,0 0 0,0 0 0,0 0 0,0 0 0,0 1 0,0-1 0,1 0 0,-1 0 0,0 0 0,1 0 0,-1 0 0,1 0 0,-1 0 0,2 2 0,2 3 0,0 0 0,1 0 0,0 0 0,0-1 0,1 0 0,10 9 0,0-3 0,1 0 0,-1-1 0,2-1 0,-1 0 0,1-2 0,1 0 0,-1-1 0,1 0 0,0-2 0,1 0 0,-1-2 0,22 1 0,-9-3 0,0-2 0,0-1 0,48-11 0,91-34 0,-19 5 0,-61 22 0,0 3 0,1 5 0,1 4 0,185 5 0,-122 26 0,-99-12 0,73 4 0,355 0 0,-432-10 0,101 23 0,-10-2 0,241 11 0,-377-35 0,0 0 0,0 0 0,0 0 0,0 1 0,0 0 0,13 6 0,-19-7 0,0 0 0,1 1 0,-1-1 0,0 1 0,0 0 0,0-1 0,0 1 0,-1 0 0,1 0 0,0 1 0,-1-1 0,0 0 0,1 0 0,-1 1 0,0-1 0,0 1 0,0-1 0,-1 1 0,1-1 0,0 1 0,-1 4 0,3 16 0,-2 1 0,-1-1 0,0 0 0,-2 0 0,-1 1 0,0-1 0,-2 0 0,-1-1 0,-9 24 0,-1-7 0,-1 0 0,-2-2 0,-2 0 0,-28 38 0,39-60 0,1 0 0,0 1 0,1 0 0,1 1 0,1-1 0,0 2 0,-6 29 0,8-20 0,1 1 0,1 0 0,1 0 0,4 36 0,-2-58 0,1 1 0,0-1 0,0 0 0,0 0 0,1 1 0,0-2 0,0 1 0,0 0 0,1-1 0,0 1 0,0-1 0,6 5 0,-4-2 0,1 0 0,-1 0 0,-1 0 0,7 14 0,1 7 0,-7-17 0,-1-1 0,0 1 0,-1 0 0,0 1 0,-1-1 0,0 0 0,-1 1 0,1 21 0,-4-4 0,1-26 0,0-20 0,0-6 0,0 0 0,0 0 0,-5-28 0,3 39 0,-1 1 0,0-1 0,-1 1 0,0 0 0,0 0 0,-1 1 0,-10-16 0,-149-194 0,76 106 0,-29-45 0,-207-255 0,317 404 0,0 1 0,-1 0 0,-1 1 0,-14-11 0,22 18 0,0-1 0,0 0 0,0 1 0,0-1 0,0 1 0,0-1 0,-1 1 0,1 0 0,0-1 0,0 1 0,-1 0 0,1 0 0,0 0 0,0 0 0,-1 0 0,1 0 0,0 0 0,-1 0 0,-1 1 0,2 0 0,0 0 0,0 0 0,0 0 0,-1 0 0,1 0 0,0 1 0,1-1 0,-1 0 0,0 0 0,0 1 0,0-1 0,1 1 0,-1-1 0,1 0 0,-1 1 0,1-1 0,0 1 0,-1 0 0,1-1 0,0 3 0,-2 12 0,1 0 0,1-1 0,0 1 0,1 0 0,1-1 0,1 1 0,0-1 0,0 0 0,2 0 0,0 0 0,13 26 0,-14-34 0,-1 1 0,0 0 0,0 0 0,-1 0 0,0 0 0,0 0 0,-1 0 0,1 12 0,-2-18 0,0 1 0,0-1 0,0 1 0,0-1 0,-1 1 0,1-1 0,-1 1 0,0-1 0,0 1 0,0-1 0,0 0 0,0 1 0,0-1 0,0 0 0,-1 0 0,1 0 0,-1 0 0,0 0 0,1 0 0,-1 0 0,0-1 0,0 1 0,0-1 0,0 1 0,-1-1 0,1 0 0,0 0 0,-1 0 0,1 0 0,-5 1 0,-6 1 0,0-1 0,-27 2 0,35-4 0,1 1 0,-1-1 0,0-1 0,0 1 0,0-1 0,0 0 0,0 0 0,0 0 0,1-1 0,-1 0 0,-5-2 0,9 3 0,0 1 0,0-1 0,1 1 0,-1-1 0,0 0 0,0 1 0,1-1 0,-1 0 0,0 0 0,1 1 0,-1-1 0,1 0 0,-1 0 0,1 0 0,-1 0 0,1 0 0,0 1 0,-1-1 0,1 0 0,0 0 0,0 0 0,0 0 0,0 0 0,0 0 0,0 0 0,0 0 0,0 0 0,0 0 0,0 0 0,0 0 0,1 0 0,-1 0 0,0 0 0,1 0 0,-1 0 0,0 0 0,1 0 0,0 1 0,-1-1 0,1 0 0,-1 0 0,1 1 0,0-1 0,-1 0 0,1 1 0,0-1 0,0 0 0,0 1 0,0-1 0,1 1 0,3-5 0,1 2 0,0-1 0,0 1 0,0 0 0,12-5 0,-1 4 0,0 0 0,0 1 0,0 1 0,0 1 0,0 0 0,0 1 0,0 1 0,24 4 0,1 3 0,0 2 0,46 19 0,-52-20 0,0-1 0,0-1 0,1-2 0,55-1 0,-61-2 0,170-1 0,-200-1 0,0 0 0,0 0 0,1 0 0,-1 0 0,0 0 0,0 0 0,1-1 0,-1 1 0,0 0 0,0-1 0,1 1 0,-1-1 0,0 1 0,0-1 0,0 0 0,0 1 0,0-1 0,0 0 0,0 0 0,0 0 0,0 0 0,0 1 0,-1-1 0,1-1 0,0 1 0,-1 0 0,2-1 0,-1-3 0,1 0 0,-1 0 0,-1 0 0,1 0 0,-1 0 0,0-8 0,-2-47-455,-4 0 0,-20-90 0,10 72-6371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1T08:33:24.770"/>
    </inkml:context>
    <inkml:brush xml:id="br0">
      <inkml:brushProperty name="width" value="0.35" units="cm"/>
      <inkml:brushProperty name="height" value="0.35" units="cm"/>
      <inkml:brushProperty name="color" value="#FFFFFF"/>
    </inkml:brush>
  </inkml:definitions>
  <inkml:trace contextRef="#ctx0" brushRef="#br0">523 1 24575,'-5'1'0,"-1"-1"0,1 2 0,0-1 0,0 0 0,0 1 0,1 0 0,-1 0 0,0 1 0,1-1 0,-1 1 0,-5 5 0,-27 13 0,18-14 0,0-1 0,0-1 0,-1 0 0,-37 3 0,-82-5 0,24-1 0,113-2 0,0 0 0,0 0 0,0 0 0,0 0 0,0 1 0,0-1 0,0 1 0,0-1 0,1 1 0,-1 0 0,0 0 0,0 0 0,-2 1 0,4-1 0,-1-1 0,1 1 0,0-1 0,-1 1 0,1 0 0,-1-1 0,1 1 0,0-1 0,0 1 0,-1 0 0,1-1 0,0 1 0,0 0 0,0-1 0,0 1 0,0 0 0,0-1 0,0 1 0,0 0 0,0-1 0,0 1 0,0 0 0,0-1 0,0 1 0,1 1 0,0 0 0,1 1 0,0 0 0,0 0 0,0-1 0,0 1 0,0-1 0,0 0 0,1 1 0,-1-1 0,1 0 0,-1 0 0,1-1 0,6 4 0,77 45 0,-64-36 0,1 0 0,0-1 0,1-2 0,39 14 0,-13-11 0,96 23 0,-119-34-682,47 0-1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1T08:30:37.262"/>
    </inkml:context>
    <inkml:brush xml:id="br0">
      <inkml:brushProperty name="width" value="0.35" units="cm"/>
      <inkml:brushProperty name="height" value="0.35" units="cm"/>
      <inkml:brushProperty name="color" value="#FFFFFF"/>
    </inkml:brush>
  </inkml:definitions>
  <inkml:trace contextRef="#ctx0" brushRef="#br0">1300 231 24575,'124'2'0,"126"-5"0,-232-1 0,-28-3 0,-29-3 0,-20 6 0,-84 3 0,-25-1 0,159 1 0,0 0 0,0-1 0,0 0 0,0-1 0,0 0 0,1 0 0,0-1 0,-1 0 0,-9-6 0,-4-6 0,-35-32 0,35 29 0,-31-23 0,45 37 0,-1 0 0,1 0 0,-1 1 0,0 0 0,0 1 0,0 0 0,-20-4 0,-19 2 0,0 3 0,-70 4 0,24 1 0,-529-3-1365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1T08:30:55.288"/>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1T08:30:58.41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1T08:31:04.375"/>
    </inkml:context>
    <inkml:brush xml:id="br0">
      <inkml:brushProperty name="width" value="0.35" units="cm"/>
      <inkml:brushProperty name="height" value="0.35" units="cm"/>
      <inkml:brushProperty name="color" value="#FFFFFF"/>
    </inkml:brush>
  </inkml:definitions>
  <inkml:trace contextRef="#ctx0" brushRef="#br0">1 1 24575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03C965-BC19-43E2-8CBB-6498A73A3A14}" type="datetimeFigureOut">
              <a:rPr lang="de-DE" smtClean="0"/>
              <a:t>01.06.2026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4918A1-DD1C-42EA-B1E7-549A484DA2CE}" type="slidenum">
              <a:rPr lang="de-DE" smtClean="0"/>
              <a:t>‹Nr.›</a:t>
            </a:fld>
            <a:endParaRPr lang="de-DE"/>
          </a:p>
        </p:txBody>
      </p:sp>
    </p:spTree>
    <p:extLst>
      <p:ext uri="{BB962C8B-B14F-4D97-AF65-F5344CB8AC3E}">
        <p14:creationId xmlns:p14="http://schemas.microsoft.com/office/powerpoint/2010/main" val="2946799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48B4A-8B7D-C872-048C-66D3B3429DE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46DF2CB-D22B-3749-4E03-40CE762DEEC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8BB1AF5-8F09-67DF-6348-A23AED1C0893}"/>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A1631DA9-AB05-DB03-4047-8EAC9417E3F0}"/>
              </a:ext>
            </a:extLst>
          </p:cNvPr>
          <p:cNvSpPr>
            <a:spLocks noGrp="1"/>
          </p:cNvSpPr>
          <p:nvPr>
            <p:ph type="sldNum" sz="quarter" idx="5"/>
          </p:nvPr>
        </p:nvSpPr>
        <p:spPr/>
        <p:txBody>
          <a:bodyPr/>
          <a:lstStyle/>
          <a:p>
            <a:fld id="{FA4918A1-DD1C-42EA-B1E7-549A484DA2CE}" type="slidenum">
              <a:rPr lang="de-DE" smtClean="0"/>
              <a:t>7</a:t>
            </a:fld>
            <a:endParaRPr lang="de-DE"/>
          </a:p>
        </p:txBody>
      </p:sp>
    </p:spTree>
    <p:extLst>
      <p:ext uri="{BB962C8B-B14F-4D97-AF65-F5344CB8AC3E}">
        <p14:creationId xmlns:p14="http://schemas.microsoft.com/office/powerpoint/2010/main" val="1661053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4BE3E4-F615-5750-DC62-A586A4A27CE1}"/>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AE44552A-76B2-84A3-419E-C96C748ADA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E0420D02-4ABB-6979-1A5D-B268F8ED014B}"/>
              </a:ext>
            </a:extLst>
          </p:cNvPr>
          <p:cNvSpPr>
            <a:spLocks noGrp="1"/>
          </p:cNvSpPr>
          <p:nvPr>
            <p:ph type="dt" sz="half" idx="10"/>
          </p:nvPr>
        </p:nvSpPr>
        <p:spPr/>
        <p:txBody>
          <a:bodyPr/>
          <a:lstStyle/>
          <a:p>
            <a:fld id="{67EABB8A-5CAF-4CCD-BF47-8CAA3D29A2C8}" type="datetimeFigureOut">
              <a:rPr lang="de-DE" smtClean="0"/>
              <a:t>01.06.2026</a:t>
            </a:fld>
            <a:endParaRPr lang="de-DE"/>
          </a:p>
        </p:txBody>
      </p:sp>
      <p:sp>
        <p:nvSpPr>
          <p:cNvPr id="5" name="Fußzeilenplatzhalter 4">
            <a:extLst>
              <a:ext uri="{FF2B5EF4-FFF2-40B4-BE49-F238E27FC236}">
                <a16:creationId xmlns:a16="http://schemas.microsoft.com/office/drawing/2014/main" id="{E9AE15D4-B065-4D0D-669F-976E4A0D40B4}"/>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8BD40A8-B291-9F98-B6D4-DE67EC21ABA6}"/>
              </a:ext>
            </a:extLst>
          </p:cNvPr>
          <p:cNvSpPr>
            <a:spLocks noGrp="1"/>
          </p:cNvSpPr>
          <p:nvPr>
            <p:ph type="sldNum" sz="quarter" idx="12"/>
          </p:nvPr>
        </p:nvSpPr>
        <p:spPr/>
        <p:txBody>
          <a:bodyPr/>
          <a:lstStyle/>
          <a:p>
            <a:fld id="{63ECBBC9-7E5D-4598-8897-D6E4A8C825C4}" type="slidenum">
              <a:rPr lang="de-DE" smtClean="0"/>
              <a:t>‹Nr.›</a:t>
            </a:fld>
            <a:endParaRPr lang="de-DE"/>
          </a:p>
        </p:txBody>
      </p:sp>
    </p:spTree>
    <p:extLst>
      <p:ext uri="{BB962C8B-B14F-4D97-AF65-F5344CB8AC3E}">
        <p14:creationId xmlns:p14="http://schemas.microsoft.com/office/powerpoint/2010/main" val="3134801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B9BE8C-9992-E81A-BCE1-1127A1B0CBB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B96F33F8-9BED-2352-0071-1D6C28CE698B}"/>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4DE09FD-AB20-B735-3800-BCA7CF683EB2}"/>
              </a:ext>
            </a:extLst>
          </p:cNvPr>
          <p:cNvSpPr>
            <a:spLocks noGrp="1"/>
          </p:cNvSpPr>
          <p:nvPr>
            <p:ph type="dt" sz="half" idx="10"/>
          </p:nvPr>
        </p:nvSpPr>
        <p:spPr/>
        <p:txBody>
          <a:bodyPr/>
          <a:lstStyle/>
          <a:p>
            <a:fld id="{67EABB8A-5CAF-4CCD-BF47-8CAA3D29A2C8}" type="datetimeFigureOut">
              <a:rPr lang="de-DE" smtClean="0"/>
              <a:t>01.06.2026</a:t>
            </a:fld>
            <a:endParaRPr lang="de-DE"/>
          </a:p>
        </p:txBody>
      </p:sp>
      <p:sp>
        <p:nvSpPr>
          <p:cNvPr id="5" name="Fußzeilenplatzhalter 4">
            <a:extLst>
              <a:ext uri="{FF2B5EF4-FFF2-40B4-BE49-F238E27FC236}">
                <a16:creationId xmlns:a16="http://schemas.microsoft.com/office/drawing/2014/main" id="{0EE56AB7-B5C4-FB36-3C0F-D9C89D73E48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C8E80C2-A322-1F86-B8DC-69BC8EDD5FFF}"/>
              </a:ext>
            </a:extLst>
          </p:cNvPr>
          <p:cNvSpPr>
            <a:spLocks noGrp="1"/>
          </p:cNvSpPr>
          <p:nvPr>
            <p:ph type="sldNum" sz="quarter" idx="12"/>
          </p:nvPr>
        </p:nvSpPr>
        <p:spPr/>
        <p:txBody>
          <a:bodyPr/>
          <a:lstStyle/>
          <a:p>
            <a:fld id="{63ECBBC9-7E5D-4598-8897-D6E4A8C825C4}" type="slidenum">
              <a:rPr lang="de-DE" smtClean="0"/>
              <a:t>‹Nr.›</a:t>
            </a:fld>
            <a:endParaRPr lang="de-DE"/>
          </a:p>
        </p:txBody>
      </p:sp>
    </p:spTree>
    <p:extLst>
      <p:ext uri="{BB962C8B-B14F-4D97-AF65-F5344CB8AC3E}">
        <p14:creationId xmlns:p14="http://schemas.microsoft.com/office/powerpoint/2010/main" val="3782792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1109F3-D97F-7E92-6F12-39664414EC1D}"/>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791D4A32-D908-C6ED-E7FC-88B0E3B904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4A037031-EBC5-7232-F8CC-745DB99D625A}"/>
              </a:ext>
            </a:extLst>
          </p:cNvPr>
          <p:cNvSpPr>
            <a:spLocks noGrp="1"/>
          </p:cNvSpPr>
          <p:nvPr>
            <p:ph type="dt" sz="half" idx="10"/>
          </p:nvPr>
        </p:nvSpPr>
        <p:spPr/>
        <p:txBody>
          <a:bodyPr/>
          <a:lstStyle/>
          <a:p>
            <a:fld id="{67EABB8A-5CAF-4CCD-BF47-8CAA3D29A2C8}" type="datetimeFigureOut">
              <a:rPr lang="de-DE" smtClean="0"/>
              <a:t>01.06.2026</a:t>
            </a:fld>
            <a:endParaRPr lang="de-DE"/>
          </a:p>
        </p:txBody>
      </p:sp>
      <p:sp>
        <p:nvSpPr>
          <p:cNvPr id="5" name="Fußzeilenplatzhalter 4">
            <a:extLst>
              <a:ext uri="{FF2B5EF4-FFF2-40B4-BE49-F238E27FC236}">
                <a16:creationId xmlns:a16="http://schemas.microsoft.com/office/drawing/2014/main" id="{41D8EB90-F4A3-B8F2-ECF2-CBDB97F28E08}"/>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5114B5C-D0B2-490E-196B-BBB2460441C3}"/>
              </a:ext>
            </a:extLst>
          </p:cNvPr>
          <p:cNvSpPr>
            <a:spLocks noGrp="1"/>
          </p:cNvSpPr>
          <p:nvPr>
            <p:ph type="sldNum" sz="quarter" idx="12"/>
          </p:nvPr>
        </p:nvSpPr>
        <p:spPr/>
        <p:txBody>
          <a:bodyPr/>
          <a:lstStyle/>
          <a:p>
            <a:fld id="{63ECBBC9-7E5D-4598-8897-D6E4A8C825C4}" type="slidenum">
              <a:rPr lang="de-DE" smtClean="0"/>
              <a:t>‹Nr.›</a:t>
            </a:fld>
            <a:endParaRPr lang="de-DE"/>
          </a:p>
        </p:txBody>
      </p:sp>
    </p:spTree>
    <p:extLst>
      <p:ext uri="{BB962C8B-B14F-4D97-AF65-F5344CB8AC3E}">
        <p14:creationId xmlns:p14="http://schemas.microsoft.com/office/powerpoint/2010/main" val="3687794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3E69BC-468E-7A21-A721-22705AD5D07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A9B67959-0BF0-040D-02B8-606632FF0BFD}"/>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5967A952-9151-3A7B-340F-8B12EDFDDADA}"/>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879C655-C795-6736-CFDF-7B91C906987B}"/>
              </a:ext>
            </a:extLst>
          </p:cNvPr>
          <p:cNvSpPr>
            <a:spLocks noGrp="1"/>
          </p:cNvSpPr>
          <p:nvPr>
            <p:ph type="dt" sz="half" idx="10"/>
          </p:nvPr>
        </p:nvSpPr>
        <p:spPr/>
        <p:txBody>
          <a:bodyPr/>
          <a:lstStyle/>
          <a:p>
            <a:fld id="{67EABB8A-5CAF-4CCD-BF47-8CAA3D29A2C8}" type="datetimeFigureOut">
              <a:rPr lang="de-DE" smtClean="0"/>
              <a:t>01.06.2026</a:t>
            </a:fld>
            <a:endParaRPr lang="de-DE"/>
          </a:p>
        </p:txBody>
      </p:sp>
      <p:sp>
        <p:nvSpPr>
          <p:cNvPr id="6" name="Fußzeilenplatzhalter 5">
            <a:extLst>
              <a:ext uri="{FF2B5EF4-FFF2-40B4-BE49-F238E27FC236}">
                <a16:creationId xmlns:a16="http://schemas.microsoft.com/office/drawing/2014/main" id="{5C0ABD26-6B4B-7BB2-6DA4-4AE92266B212}"/>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4724F981-737C-DB7E-7983-BA1906134CA2}"/>
              </a:ext>
            </a:extLst>
          </p:cNvPr>
          <p:cNvSpPr>
            <a:spLocks noGrp="1"/>
          </p:cNvSpPr>
          <p:nvPr>
            <p:ph type="sldNum" sz="quarter" idx="12"/>
          </p:nvPr>
        </p:nvSpPr>
        <p:spPr/>
        <p:txBody>
          <a:bodyPr/>
          <a:lstStyle/>
          <a:p>
            <a:fld id="{63ECBBC9-7E5D-4598-8897-D6E4A8C825C4}" type="slidenum">
              <a:rPr lang="de-DE" smtClean="0"/>
              <a:t>‹Nr.›</a:t>
            </a:fld>
            <a:endParaRPr lang="de-DE"/>
          </a:p>
        </p:txBody>
      </p:sp>
    </p:spTree>
    <p:extLst>
      <p:ext uri="{BB962C8B-B14F-4D97-AF65-F5344CB8AC3E}">
        <p14:creationId xmlns:p14="http://schemas.microsoft.com/office/powerpoint/2010/main" val="3736397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5E1AA4-0037-F1A4-824B-7CBEB0BBDD20}"/>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65D5B65C-63B1-6B68-A5B0-D13F58295E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58CEA7A6-1AC0-9AD6-7568-A3D5AFED851F}"/>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84C76B08-42A1-6A9D-BE6B-5DE9C03593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11AFAF43-204C-AEFC-23CB-EBC0FD32F5E9}"/>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A5E77F21-2FA3-ACF9-89C7-F51FAFCCE03F}"/>
              </a:ext>
            </a:extLst>
          </p:cNvPr>
          <p:cNvSpPr>
            <a:spLocks noGrp="1"/>
          </p:cNvSpPr>
          <p:nvPr>
            <p:ph type="dt" sz="half" idx="10"/>
          </p:nvPr>
        </p:nvSpPr>
        <p:spPr/>
        <p:txBody>
          <a:bodyPr/>
          <a:lstStyle/>
          <a:p>
            <a:fld id="{67EABB8A-5CAF-4CCD-BF47-8CAA3D29A2C8}" type="datetimeFigureOut">
              <a:rPr lang="de-DE" smtClean="0"/>
              <a:t>01.06.2026</a:t>
            </a:fld>
            <a:endParaRPr lang="de-DE"/>
          </a:p>
        </p:txBody>
      </p:sp>
      <p:sp>
        <p:nvSpPr>
          <p:cNvPr id="8" name="Fußzeilenplatzhalter 7">
            <a:extLst>
              <a:ext uri="{FF2B5EF4-FFF2-40B4-BE49-F238E27FC236}">
                <a16:creationId xmlns:a16="http://schemas.microsoft.com/office/drawing/2014/main" id="{F97ADF69-D846-4A9E-E84D-7965270B4C40}"/>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9B936BDF-8817-E017-33B5-F6C6D6A49045}"/>
              </a:ext>
            </a:extLst>
          </p:cNvPr>
          <p:cNvSpPr>
            <a:spLocks noGrp="1"/>
          </p:cNvSpPr>
          <p:nvPr>
            <p:ph type="sldNum" sz="quarter" idx="12"/>
          </p:nvPr>
        </p:nvSpPr>
        <p:spPr/>
        <p:txBody>
          <a:bodyPr/>
          <a:lstStyle/>
          <a:p>
            <a:fld id="{63ECBBC9-7E5D-4598-8897-D6E4A8C825C4}" type="slidenum">
              <a:rPr lang="de-DE" smtClean="0"/>
              <a:t>‹Nr.›</a:t>
            </a:fld>
            <a:endParaRPr lang="de-DE"/>
          </a:p>
        </p:txBody>
      </p:sp>
    </p:spTree>
    <p:extLst>
      <p:ext uri="{BB962C8B-B14F-4D97-AF65-F5344CB8AC3E}">
        <p14:creationId xmlns:p14="http://schemas.microsoft.com/office/powerpoint/2010/main" val="1978710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AEA434-EC3C-CC26-2073-FEEA017B8B26}"/>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4C68BC7A-3CC8-1815-1120-2156550BF156}"/>
              </a:ext>
            </a:extLst>
          </p:cNvPr>
          <p:cNvSpPr>
            <a:spLocks noGrp="1"/>
          </p:cNvSpPr>
          <p:nvPr>
            <p:ph type="dt" sz="half" idx="10"/>
          </p:nvPr>
        </p:nvSpPr>
        <p:spPr/>
        <p:txBody>
          <a:bodyPr/>
          <a:lstStyle/>
          <a:p>
            <a:fld id="{67EABB8A-5CAF-4CCD-BF47-8CAA3D29A2C8}" type="datetimeFigureOut">
              <a:rPr lang="de-DE" smtClean="0"/>
              <a:t>01.06.2026</a:t>
            </a:fld>
            <a:endParaRPr lang="de-DE"/>
          </a:p>
        </p:txBody>
      </p:sp>
      <p:sp>
        <p:nvSpPr>
          <p:cNvPr id="4" name="Fußzeilenplatzhalter 3">
            <a:extLst>
              <a:ext uri="{FF2B5EF4-FFF2-40B4-BE49-F238E27FC236}">
                <a16:creationId xmlns:a16="http://schemas.microsoft.com/office/drawing/2014/main" id="{EFA6FF1E-49A1-A9EC-C6FE-63DE506FF9D9}"/>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2CF946B9-5D56-0805-EC2C-BF00E1BB170B}"/>
              </a:ext>
            </a:extLst>
          </p:cNvPr>
          <p:cNvSpPr>
            <a:spLocks noGrp="1"/>
          </p:cNvSpPr>
          <p:nvPr>
            <p:ph type="sldNum" sz="quarter" idx="12"/>
          </p:nvPr>
        </p:nvSpPr>
        <p:spPr/>
        <p:txBody>
          <a:bodyPr/>
          <a:lstStyle/>
          <a:p>
            <a:fld id="{63ECBBC9-7E5D-4598-8897-D6E4A8C825C4}" type="slidenum">
              <a:rPr lang="de-DE" smtClean="0"/>
              <a:t>‹Nr.›</a:t>
            </a:fld>
            <a:endParaRPr lang="de-DE"/>
          </a:p>
        </p:txBody>
      </p:sp>
    </p:spTree>
    <p:extLst>
      <p:ext uri="{BB962C8B-B14F-4D97-AF65-F5344CB8AC3E}">
        <p14:creationId xmlns:p14="http://schemas.microsoft.com/office/powerpoint/2010/main" val="238133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4C33689-7B93-14EE-C562-3DED79845859}"/>
              </a:ext>
            </a:extLst>
          </p:cNvPr>
          <p:cNvSpPr>
            <a:spLocks noGrp="1"/>
          </p:cNvSpPr>
          <p:nvPr>
            <p:ph type="dt" sz="half" idx="10"/>
          </p:nvPr>
        </p:nvSpPr>
        <p:spPr/>
        <p:txBody>
          <a:bodyPr/>
          <a:lstStyle/>
          <a:p>
            <a:fld id="{67EABB8A-5CAF-4CCD-BF47-8CAA3D29A2C8}" type="datetimeFigureOut">
              <a:rPr lang="de-DE" smtClean="0"/>
              <a:t>01.06.2026</a:t>
            </a:fld>
            <a:endParaRPr lang="de-DE"/>
          </a:p>
        </p:txBody>
      </p:sp>
      <p:sp>
        <p:nvSpPr>
          <p:cNvPr id="3" name="Fußzeilenplatzhalter 2">
            <a:extLst>
              <a:ext uri="{FF2B5EF4-FFF2-40B4-BE49-F238E27FC236}">
                <a16:creationId xmlns:a16="http://schemas.microsoft.com/office/drawing/2014/main" id="{1946AF19-864F-76E5-A9C5-A1405FE3021B}"/>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89061A45-BBAD-E24B-F0FA-55DE87863BC4}"/>
              </a:ext>
            </a:extLst>
          </p:cNvPr>
          <p:cNvSpPr>
            <a:spLocks noGrp="1"/>
          </p:cNvSpPr>
          <p:nvPr>
            <p:ph type="sldNum" sz="quarter" idx="12"/>
          </p:nvPr>
        </p:nvSpPr>
        <p:spPr/>
        <p:txBody>
          <a:bodyPr/>
          <a:lstStyle/>
          <a:p>
            <a:fld id="{63ECBBC9-7E5D-4598-8897-D6E4A8C825C4}" type="slidenum">
              <a:rPr lang="de-DE" smtClean="0"/>
              <a:t>‹Nr.›</a:t>
            </a:fld>
            <a:endParaRPr lang="de-DE"/>
          </a:p>
        </p:txBody>
      </p:sp>
    </p:spTree>
    <p:extLst>
      <p:ext uri="{BB962C8B-B14F-4D97-AF65-F5344CB8AC3E}">
        <p14:creationId xmlns:p14="http://schemas.microsoft.com/office/powerpoint/2010/main" val="1266070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17B7F-8813-641A-7106-F697AF6F805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2538ECF6-1542-A421-CF69-54715B71C0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D313F34-4154-5067-0A59-1A0910252C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91F4D90-C748-657F-42E3-53A5B8AE5421}"/>
              </a:ext>
            </a:extLst>
          </p:cNvPr>
          <p:cNvSpPr>
            <a:spLocks noGrp="1"/>
          </p:cNvSpPr>
          <p:nvPr>
            <p:ph type="dt" sz="half" idx="10"/>
          </p:nvPr>
        </p:nvSpPr>
        <p:spPr/>
        <p:txBody>
          <a:bodyPr/>
          <a:lstStyle/>
          <a:p>
            <a:fld id="{67EABB8A-5CAF-4CCD-BF47-8CAA3D29A2C8}" type="datetimeFigureOut">
              <a:rPr lang="de-DE" smtClean="0"/>
              <a:t>01.06.2026</a:t>
            </a:fld>
            <a:endParaRPr lang="de-DE"/>
          </a:p>
        </p:txBody>
      </p:sp>
      <p:sp>
        <p:nvSpPr>
          <p:cNvPr id="6" name="Fußzeilenplatzhalter 5">
            <a:extLst>
              <a:ext uri="{FF2B5EF4-FFF2-40B4-BE49-F238E27FC236}">
                <a16:creationId xmlns:a16="http://schemas.microsoft.com/office/drawing/2014/main" id="{379BC365-0933-F00B-4425-55A64080C5A4}"/>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DEB3F85-4B04-786A-DE5B-A120D10715DD}"/>
              </a:ext>
            </a:extLst>
          </p:cNvPr>
          <p:cNvSpPr>
            <a:spLocks noGrp="1"/>
          </p:cNvSpPr>
          <p:nvPr>
            <p:ph type="sldNum" sz="quarter" idx="12"/>
          </p:nvPr>
        </p:nvSpPr>
        <p:spPr/>
        <p:txBody>
          <a:bodyPr/>
          <a:lstStyle/>
          <a:p>
            <a:fld id="{63ECBBC9-7E5D-4598-8897-D6E4A8C825C4}" type="slidenum">
              <a:rPr lang="de-DE" smtClean="0"/>
              <a:t>‹Nr.›</a:t>
            </a:fld>
            <a:endParaRPr lang="de-DE"/>
          </a:p>
        </p:txBody>
      </p:sp>
    </p:spTree>
    <p:extLst>
      <p:ext uri="{BB962C8B-B14F-4D97-AF65-F5344CB8AC3E}">
        <p14:creationId xmlns:p14="http://schemas.microsoft.com/office/powerpoint/2010/main" val="1350379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6E4A4B-F1A3-D1CE-B95E-4C714AC25C5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A2BFFA2D-40A4-85E2-7B4B-5A266278F3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A126F79D-EAF7-85B8-0ACB-FBC48F81B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5BE88194-83FA-4453-6B15-99D18F478320}"/>
              </a:ext>
            </a:extLst>
          </p:cNvPr>
          <p:cNvSpPr>
            <a:spLocks noGrp="1"/>
          </p:cNvSpPr>
          <p:nvPr>
            <p:ph type="dt" sz="half" idx="10"/>
          </p:nvPr>
        </p:nvSpPr>
        <p:spPr/>
        <p:txBody>
          <a:bodyPr/>
          <a:lstStyle/>
          <a:p>
            <a:fld id="{67EABB8A-5CAF-4CCD-BF47-8CAA3D29A2C8}" type="datetimeFigureOut">
              <a:rPr lang="de-DE" smtClean="0"/>
              <a:t>01.06.2026</a:t>
            </a:fld>
            <a:endParaRPr lang="de-DE"/>
          </a:p>
        </p:txBody>
      </p:sp>
      <p:sp>
        <p:nvSpPr>
          <p:cNvPr id="6" name="Fußzeilenplatzhalter 5">
            <a:extLst>
              <a:ext uri="{FF2B5EF4-FFF2-40B4-BE49-F238E27FC236}">
                <a16:creationId xmlns:a16="http://schemas.microsoft.com/office/drawing/2014/main" id="{CD072C1C-CE63-FA34-BB67-D3C544AFF82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A81FDA6-DC51-6947-7296-5D703E6882E5}"/>
              </a:ext>
            </a:extLst>
          </p:cNvPr>
          <p:cNvSpPr>
            <a:spLocks noGrp="1"/>
          </p:cNvSpPr>
          <p:nvPr>
            <p:ph type="sldNum" sz="quarter" idx="12"/>
          </p:nvPr>
        </p:nvSpPr>
        <p:spPr/>
        <p:txBody>
          <a:bodyPr/>
          <a:lstStyle/>
          <a:p>
            <a:fld id="{63ECBBC9-7E5D-4598-8897-D6E4A8C825C4}" type="slidenum">
              <a:rPr lang="de-DE" smtClean="0"/>
              <a:t>‹Nr.›</a:t>
            </a:fld>
            <a:endParaRPr lang="de-DE"/>
          </a:p>
        </p:txBody>
      </p:sp>
    </p:spTree>
    <p:extLst>
      <p:ext uri="{BB962C8B-B14F-4D97-AF65-F5344CB8AC3E}">
        <p14:creationId xmlns:p14="http://schemas.microsoft.com/office/powerpoint/2010/main" val="990564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6FE00A-EBBF-AC4C-B7EA-CC65C484D1E2}"/>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79D23690-FB54-26C2-85D6-B3D3085DDB0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E030737-5354-C09A-2F1B-C775CDE76C11}"/>
              </a:ext>
            </a:extLst>
          </p:cNvPr>
          <p:cNvSpPr>
            <a:spLocks noGrp="1"/>
          </p:cNvSpPr>
          <p:nvPr>
            <p:ph type="dt" sz="half" idx="10"/>
          </p:nvPr>
        </p:nvSpPr>
        <p:spPr/>
        <p:txBody>
          <a:bodyPr/>
          <a:lstStyle/>
          <a:p>
            <a:fld id="{67EABB8A-5CAF-4CCD-BF47-8CAA3D29A2C8}" type="datetimeFigureOut">
              <a:rPr lang="de-DE" smtClean="0"/>
              <a:t>01.06.2026</a:t>
            </a:fld>
            <a:endParaRPr lang="de-DE"/>
          </a:p>
        </p:txBody>
      </p:sp>
      <p:sp>
        <p:nvSpPr>
          <p:cNvPr id="5" name="Fußzeilenplatzhalter 4">
            <a:extLst>
              <a:ext uri="{FF2B5EF4-FFF2-40B4-BE49-F238E27FC236}">
                <a16:creationId xmlns:a16="http://schemas.microsoft.com/office/drawing/2014/main" id="{F59496DA-C99D-F941-071D-216D22D932E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37F6093-3C25-3247-C187-B3654AA561C4}"/>
              </a:ext>
            </a:extLst>
          </p:cNvPr>
          <p:cNvSpPr>
            <a:spLocks noGrp="1"/>
          </p:cNvSpPr>
          <p:nvPr>
            <p:ph type="sldNum" sz="quarter" idx="12"/>
          </p:nvPr>
        </p:nvSpPr>
        <p:spPr/>
        <p:txBody>
          <a:bodyPr/>
          <a:lstStyle/>
          <a:p>
            <a:fld id="{63ECBBC9-7E5D-4598-8897-D6E4A8C825C4}" type="slidenum">
              <a:rPr lang="de-DE" smtClean="0"/>
              <a:t>‹Nr.›</a:t>
            </a:fld>
            <a:endParaRPr lang="de-DE"/>
          </a:p>
        </p:txBody>
      </p:sp>
    </p:spTree>
    <p:extLst>
      <p:ext uri="{BB962C8B-B14F-4D97-AF65-F5344CB8AC3E}">
        <p14:creationId xmlns:p14="http://schemas.microsoft.com/office/powerpoint/2010/main" val="1769775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D3380CAD-2938-4E51-4F18-C68186CA8C13}"/>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21A87D21-3C93-406E-AD90-1DEEE0F08F79}"/>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AA9417F-308C-5759-2CD1-3A65EBFC06F5}"/>
              </a:ext>
            </a:extLst>
          </p:cNvPr>
          <p:cNvSpPr>
            <a:spLocks noGrp="1"/>
          </p:cNvSpPr>
          <p:nvPr>
            <p:ph type="dt" sz="half" idx="10"/>
          </p:nvPr>
        </p:nvSpPr>
        <p:spPr/>
        <p:txBody>
          <a:bodyPr/>
          <a:lstStyle/>
          <a:p>
            <a:fld id="{67EABB8A-5CAF-4CCD-BF47-8CAA3D29A2C8}" type="datetimeFigureOut">
              <a:rPr lang="de-DE" smtClean="0"/>
              <a:t>01.06.2026</a:t>
            </a:fld>
            <a:endParaRPr lang="de-DE"/>
          </a:p>
        </p:txBody>
      </p:sp>
      <p:sp>
        <p:nvSpPr>
          <p:cNvPr id="5" name="Fußzeilenplatzhalter 4">
            <a:extLst>
              <a:ext uri="{FF2B5EF4-FFF2-40B4-BE49-F238E27FC236}">
                <a16:creationId xmlns:a16="http://schemas.microsoft.com/office/drawing/2014/main" id="{5CBE1C53-F3C2-B26A-B498-E6F7A40A96D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0AF63B2-DF45-C000-9895-BF266CC41D98}"/>
              </a:ext>
            </a:extLst>
          </p:cNvPr>
          <p:cNvSpPr>
            <a:spLocks noGrp="1"/>
          </p:cNvSpPr>
          <p:nvPr>
            <p:ph type="sldNum" sz="quarter" idx="12"/>
          </p:nvPr>
        </p:nvSpPr>
        <p:spPr/>
        <p:txBody>
          <a:bodyPr/>
          <a:lstStyle/>
          <a:p>
            <a:fld id="{63ECBBC9-7E5D-4598-8897-D6E4A8C825C4}" type="slidenum">
              <a:rPr lang="de-DE" smtClean="0"/>
              <a:t>‹Nr.›</a:t>
            </a:fld>
            <a:endParaRPr lang="de-DE"/>
          </a:p>
        </p:txBody>
      </p:sp>
    </p:spTree>
    <p:extLst>
      <p:ext uri="{BB962C8B-B14F-4D97-AF65-F5344CB8AC3E}">
        <p14:creationId xmlns:p14="http://schemas.microsoft.com/office/powerpoint/2010/main" val="1646115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82CBAFB-00E6-5C9E-E916-A650661496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7955E31A-D33C-437A-E2F8-1F656CE8D0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03FDA71-63C4-B90B-9CAE-B45C0339AB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EABB8A-5CAF-4CCD-BF47-8CAA3D29A2C8}" type="datetimeFigureOut">
              <a:rPr lang="de-DE" smtClean="0"/>
              <a:t>01.06.2026</a:t>
            </a:fld>
            <a:endParaRPr lang="de-DE"/>
          </a:p>
        </p:txBody>
      </p:sp>
      <p:sp>
        <p:nvSpPr>
          <p:cNvPr id="5" name="Fußzeilenplatzhalter 4">
            <a:extLst>
              <a:ext uri="{FF2B5EF4-FFF2-40B4-BE49-F238E27FC236}">
                <a16:creationId xmlns:a16="http://schemas.microsoft.com/office/drawing/2014/main" id="{C1FFF32A-B3CA-E09A-72DF-DA77A457F2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7EC45631-D368-2E61-38D6-F78E363C37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ECBBC9-7E5D-4598-8897-D6E4A8C825C4}" type="slidenum">
              <a:rPr lang="de-DE" smtClean="0"/>
              <a:t>‹Nr.›</a:t>
            </a:fld>
            <a:endParaRPr lang="de-DE"/>
          </a:p>
        </p:txBody>
      </p:sp>
    </p:spTree>
    <p:extLst>
      <p:ext uri="{BB962C8B-B14F-4D97-AF65-F5344CB8AC3E}">
        <p14:creationId xmlns:p14="http://schemas.microsoft.com/office/powerpoint/2010/main" val="1463863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7.jpeg"/><Relationship Id="rId7" Type="http://schemas.openxmlformats.org/officeDocument/2006/relationships/image" Target="../media/image9.png"/><Relationship Id="rId12" Type="http://schemas.openxmlformats.org/officeDocument/2006/relationships/image" Target="../media/image8.jp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customXml" Target="../ink/ink5.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customXml" Target="../ink/ink6.xml"/><Relationship Id="rId12" Type="http://schemas.openxmlformats.org/officeDocument/2006/relationships/customXml" Target="../ink/ink9.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customXml" Target="../ink/ink8.xml"/><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customXml" Target="../ink/ink7.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25.jpeg"/><Relationship Id="rId7" Type="http://schemas.openxmlformats.org/officeDocument/2006/relationships/image" Target="../media/image29.gif"/><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 Id="rId9" Type="http://schemas.openxmlformats.org/officeDocument/2006/relationships/image" Target="../media/image31.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169DD12B-DD6C-46EC-E9E9-08B609BA1736}"/>
              </a:ext>
            </a:extLst>
          </p:cNvPr>
          <p:cNvSpPr>
            <a:spLocks noGrp="1"/>
          </p:cNvSpPr>
          <p:nvPr>
            <p:ph type="ctrTitle"/>
          </p:nvPr>
        </p:nvSpPr>
        <p:spPr>
          <a:xfrm>
            <a:off x="6194716" y="739978"/>
            <a:ext cx="5334930" cy="3004145"/>
          </a:xfrm>
        </p:spPr>
        <p:txBody>
          <a:bodyPr>
            <a:normAutofit/>
          </a:bodyPr>
          <a:lstStyle/>
          <a:p>
            <a:r>
              <a:rPr lang="de-DE" b="1" dirty="0">
                <a:latin typeface="Aharoni" panose="02010803020104030203" pitchFamily="2" charset="-79"/>
                <a:cs typeface="Aharoni" panose="02010803020104030203" pitchFamily="2" charset="-79"/>
              </a:rPr>
              <a:t>ESP32-Glücksspiel</a:t>
            </a:r>
            <a:br>
              <a:rPr lang="de-DE" b="1" dirty="0"/>
            </a:br>
            <a:endParaRPr lang="de-DE" dirty="0"/>
          </a:p>
        </p:txBody>
      </p:sp>
      <p:sp>
        <p:nvSpPr>
          <p:cNvPr id="3" name="Untertitel 2">
            <a:extLst>
              <a:ext uri="{FF2B5EF4-FFF2-40B4-BE49-F238E27FC236}">
                <a16:creationId xmlns:a16="http://schemas.microsoft.com/office/drawing/2014/main" id="{B05B8784-DF2E-07E6-E270-7F905D392660}"/>
              </a:ext>
            </a:extLst>
          </p:cNvPr>
          <p:cNvSpPr>
            <a:spLocks noGrp="1"/>
          </p:cNvSpPr>
          <p:nvPr>
            <p:ph type="subTitle" idx="1"/>
          </p:nvPr>
        </p:nvSpPr>
        <p:spPr>
          <a:xfrm>
            <a:off x="6194715" y="3836197"/>
            <a:ext cx="5334931" cy="2189214"/>
          </a:xfrm>
        </p:spPr>
        <p:txBody>
          <a:bodyPr>
            <a:normAutofit/>
          </a:bodyPr>
          <a:lstStyle/>
          <a:p>
            <a:r>
              <a:rPr lang="de-DE"/>
              <a:t>Von Felix Batoha, Jakob Hofbauer und Alwin Franke</a:t>
            </a:r>
          </a:p>
        </p:txBody>
      </p:sp>
      <p:sp>
        <p:nvSpPr>
          <p:cNvPr id="16" name="Freeform: Shape 15">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7" name="Picture 4" descr="Ein Stapel Würfel auf einem Brettspiel">
            <a:extLst>
              <a:ext uri="{FF2B5EF4-FFF2-40B4-BE49-F238E27FC236}">
                <a16:creationId xmlns:a16="http://schemas.microsoft.com/office/drawing/2014/main" id="{51C5F086-292E-17E6-553F-503F810BCA52}"/>
              </a:ext>
            </a:extLst>
          </p:cNvPr>
          <p:cNvPicPr>
            <a:picLocks noChangeAspect="1"/>
          </p:cNvPicPr>
          <p:nvPr/>
        </p:nvPicPr>
        <p:blipFill>
          <a:blip r:embed="rId2"/>
          <a:srcRect r="3" b="3"/>
          <a:stretch>
            <a:fillRect/>
          </a:stretch>
        </p:blipFill>
        <p:spPr>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26" name="Freeform: Shape 25">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008038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el 1">
            <a:extLst>
              <a:ext uri="{FF2B5EF4-FFF2-40B4-BE49-F238E27FC236}">
                <a16:creationId xmlns:a16="http://schemas.microsoft.com/office/drawing/2014/main" id="{459C4A5D-A833-F225-04BE-F426AF0723E9}"/>
              </a:ext>
            </a:extLst>
          </p:cNvPr>
          <p:cNvSpPr>
            <a:spLocks noGrp="1"/>
          </p:cNvSpPr>
          <p:nvPr>
            <p:ph type="title"/>
          </p:nvPr>
        </p:nvSpPr>
        <p:spPr>
          <a:xfrm>
            <a:off x="838200" y="365125"/>
            <a:ext cx="5393361" cy="1325563"/>
          </a:xfrm>
        </p:spPr>
        <p:txBody>
          <a:bodyPr>
            <a:normAutofit/>
          </a:bodyPr>
          <a:lstStyle/>
          <a:p>
            <a:r>
              <a:rPr lang="de-DE">
                <a:latin typeface="Aharoni" panose="02010803020104030203" pitchFamily="2" charset="-79"/>
                <a:cs typeface="Aharoni" panose="02010803020104030203" pitchFamily="2" charset="-79"/>
              </a:rPr>
              <a:t>Übersicht</a:t>
            </a:r>
          </a:p>
        </p:txBody>
      </p:sp>
      <p:sp>
        <p:nvSpPr>
          <p:cNvPr id="3" name="Inhaltsplatzhalter 2">
            <a:extLst>
              <a:ext uri="{FF2B5EF4-FFF2-40B4-BE49-F238E27FC236}">
                <a16:creationId xmlns:a16="http://schemas.microsoft.com/office/drawing/2014/main" id="{485C66D7-2C9D-B7CB-8854-6592DD98D372}"/>
              </a:ext>
            </a:extLst>
          </p:cNvPr>
          <p:cNvSpPr>
            <a:spLocks noGrp="1"/>
          </p:cNvSpPr>
          <p:nvPr>
            <p:ph idx="1"/>
          </p:nvPr>
        </p:nvSpPr>
        <p:spPr>
          <a:xfrm>
            <a:off x="838200" y="1825625"/>
            <a:ext cx="5393361" cy="4351338"/>
          </a:xfrm>
        </p:spPr>
        <p:txBody>
          <a:bodyPr>
            <a:normAutofit/>
          </a:bodyPr>
          <a:lstStyle/>
          <a:p>
            <a:pPr marL="0" indent="0">
              <a:buNone/>
            </a:pPr>
            <a:r>
              <a:rPr lang="de-DE" dirty="0"/>
              <a:t>Wir haben mit zwei ESPs ein Projekt entwickelt das Benutzereingaben zu einem Glücksspiel macht. Informationen werden an einem OLED- Display sowie einem Webserver ausgegeben.</a:t>
            </a:r>
          </a:p>
        </p:txBody>
      </p:sp>
      <p:pic>
        <p:nvPicPr>
          <p:cNvPr id="4" name="Grafik 15" descr="Arab man pressing virtual buttons | 유토이미지 | 상세페이지 | 베이직샵 | 사진 | 20195100">
            <a:extLst>
              <a:ext uri="{FF2B5EF4-FFF2-40B4-BE49-F238E27FC236}">
                <a16:creationId xmlns:a16="http://schemas.microsoft.com/office/drawing/2014/main" id="{A7A7C08E-5900-2EE7-07AD-BE7A38391776}"/>
              </a:ext>
            </a:extLst>
          </p:cNvPr>
          <p:cNvPicPr>
            <a:picLocks noChangeAspect="1"/>
          </p:cNvPicPr>
          <p:nvPr/>
        </p:nvPicPr>
        <p:blipFill>
          <a:blip r:embed="rId2"/>
          <a:srcRect l="7625" r="26124" b="-1"/>
          <a:stretch>
            <a:fill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p:spPr>
      </p:pic>
      <p:sp>
        <p:nvSpPr>
          <p:cNvPr id="19"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1"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1004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A9ED5A8-154D-0A32-0CE3-E7AB6385C7A5}"/>
              </a:ext>
            </a:extLst>
          </p:cNvPr>
          <p:cNvSpPr>
            <a:spLocks noGrp="1"/>
          </p:cNvSpPr>
          <p:nvPr>
            <p:ph type="title"/>
          </p:nvPr>
        </p:nvSpPr>
        <p:spPr>
          <a:xfrm>
            <a:off x="838201" y="345810"/>
            <a:ext cx="5120561" cy="1325563"/>
          </a:xfrm>
        </p:spPr>
        <p:txBody>
          <a:bodyPr>
            <a:normAutofit/>
          </a:bodyPr>
          <a:lstStyle/>
          <a:p>
            <a:r>
              <a:rPr lang="de-DE" sz="6000" dirty="0">
                <a:latin typeface="Aharoni" panose="02010803020104030203" pitchFamily="2" charset="-79"/>
                <a:cs typeface="Aharoni" panose="02010803020104030203" pitchFamily="2" charset="-79"/>
              </a:rPr>
              <a:t>Materialien:</a:t>
            </a:r>
          </a:p>
        </p:txBody>
      </p:sp>
      <p:sp>
        <p:nvSpPr>
          <p:cNvPr id="3" name="Inhaltsplatzhalter 2">
            <a:extLst>
              <a:ext uri="{FF2B5EF4-FFF2-40B4-BE49-F238E27FC236}">
                <a16:creationId xmlns:a16="http://schemas.microsoft.com/office/drawing/2014/main" id="{B1DCFC4B-B3AD-DD15-C8D1-BF903C5A7217}"/>
              </a:ext>
            </a:extLst>
          </p:cNvPr>
          <p:cNvSpPr>
            <a:spLocks noGrp="1"/>
          </p:cNvSpPr>
          <p:nvPr>
            <p:ph idx="1"/>
          </p:nvPr>
        </p:nvSpPr>
        <p:spPr>
          <a:xfrm>
            <a:off x="838201" y="2286517"/>
            <a:ext cx="5092194" cy="3890446"/>
          </a:xfrm>
        </p:spPr>
        <p:txBody>
          <a:bodyPr>
            <a:normAutofit/>
          </a:bodyPr>
          <a:lstStyle/>
          <a:p>
            <a:r>
              <a:rPr lang="en-US" sz="3600" dirty="0"/>
              <a:t>Esp32 2x</a:t>
            </a:r>
          </a:p>
          <a:p>
            <a:r>
              <a:rPr lang="en-US" sz="3600" dirty="0"/>
              <a:t>Taster</a:t>
            </a:r>
          </a:p>
          <a:p>
            <a:r>
              <a:rPr lang="en-US" sz="3600" dirty="0"/>
              <a:t>OLED Display</a:t>
            </a:r>
          </a:p>
          <a:p>
            <a:r>
              <a:rPr lang="en-US" sz="3600" dirty="0"/>
              <a:t>Jumper Wire 6x</a:t>
            </a:r>
          </a:p>
          <a:p>
            <a:r>
              <a:rPr lang="en-US" sz="3600" dirty="0"/>
              <a:t>Breadboard 2x</a:t>
            </a:r>
          </a:p>
          <a:p>
            <a:endParaRPr lang="de-DE" dirty="0"/>
          </a:p>
        </p:txBody>
      </p:sp>
      <p:sp>
        <p:nvSpPr>
          <p:cNvPr id="24" name="Oval 23">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4" name="Grafik 3" descr="Download HD Male To Female Jumper Wires ...">
            <a:extLst>
              <a:ext uri="{FF2B5EF4-FFF2-40B4-BE49-F238E27FC236}">
                <a16:creationId xmlns:a16="http://schemas.microsoft.com/office/drawing/2014/main" id="{29643985-D750-0D0F-1758-54EB1A4E4FB8}"/>
              </a:ext>
            </a:extLst>
          </p:cNvPr>
          <p:cNvPicPr>
            <a:picLocks noChangeAspect="1"/>
          </p:cNvPicPr>
          <p:nvPr/>
        </p:nvPicPr>
        <p:blipFill>
          <a:blip r:embed="rId2"/>
          <a:srcRect t="746" b="2994"/>
          <a:stretch>
            <a:fillRect/>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26" name="Arc 25">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8" name="Grafik 7">
            <a:extLst>
              <a:ext uri="{FF2B5EF4-FFF2-40B4-BE49-F238E27FC236}">
                <a16:creationId xmlns:a16="http://schemas.microsoft.com/office/drawing/2014/main" id="{5703AC77-3E9F-5B6C-B994-B73F678AD3A2}"/>
              </a:ext>
            </a:extLst>
          </p:cNvPr>
          <p:cNvPicPr>
            <a:picLocks noChangeAspect="1"/>
          </p:cNvPicPr>
          <p:nvPr/>
        </p:nvPicPr>
        <p:blipFill>
          <a:blip r:embed="rId3"/>
          <a:srcRect t="328" r="-3" b="-3"/>
          <a:stretch>
            <a:fillRect/>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pic>
        <p:nvPicPr>
          <p:cNvPr id="11" name="Grafik 10">
            <a:extLst>
              <a:ext uri="{FF2B5EF4-FFF2-40B4-BE49-F238E27FC236}">
                <a16:creationId xmlns:a16="http://schemas.microsoft.com/office/drawing/2014/main" id="{155809E8-D6F0-0599-2B10-38336E38B4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04366" y="4818187"/>
            <a:ext cx="1383268" cy="1694003"/>
          </a:xfrm>
          <a:prstGeom prst="rect">
            <a:avLst/>
          </a:prstGeom>
        </p:spPr>
      </p:pic>
    </p:spTree>
    <p:extLst>
      <p:ext uri="{BB962C8B-B14F-4D97-AF65-F5344CB8AC3E}">
        <p14:creationId xmlns:p14="http://schemas.microsoft.com/office/powerpoint/2010/main" val="2155488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542BBC21-9A10-2604-1DFC-B5933631971B}"/>
              </a:ext>
            </a:extLst>
          </p:cNvPr>
          <p:cNvSpPr>
            <a:spLocks noGrp="1"/>
          </p:cNvSpPr>
          <p:nvPr>
            <p:ph type="title"/>
          </p:nvPr>
        </p:nvSpPr>
        <p:spPr>
          <a:xfrm>
            <a:off x="5894962" y="479493"/>
            <a:ext cx="5458838" cy="1325563"/>
          </a:xfrm>
        </p:spPr>
        <p:txBody>
          <a:bodyPr>
            <a:normAutofit/>
          </a:bodyPr>
          <a:lstStyle/>
          <a:p>
            <a:r>
              <a:rPr lang="de-DE" sz="5400" dirty="0"/>
              <a:t>Schaltplananalyse</a:t>
            </a:r>
          </a:p>
        </p:txBody>
      </p:sp>
      <p:sp>
        <p:nvSpPr>
          <p:cNvPr id="13" name="Freeform: Shape 1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Grafik 3" descr="Schaltplan.png">
            <a:extLst>
              <a:ext uri="{FF2B5EF4-FFF2-40B4-BE49-F238E27FC236}">
                <a16:creationId xmlns:a16="http://schemas.microsoft.com/office/drawing/2014/main" id="{ACE8F902-95C3-FA50-843B-EFB517DC2AC4}"/>
              </a:ext>
            </a:extLst>
          </p:cNvPr>
          <p:cNvPicPr>
            <a:picLocks noChangeAspect="1"/>
          </p:cNvPicPr>
          <p:nvPr/>
        </p:nvPicPr>
        <p:blipFill>
          <a:blip r:embed="rId2"/>
          <a:stretch>
            <a:fillRect/>
          </a:stretch>
        </p:blipFill>
        <p:spPr>
          <a:xfrm>
            <a:off x="1285940" y="511293"/>
            <a:ext cx="3611864"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Inhaltsplatzhalter 2">
            <a:extLst>
              <a:ext uri="{FF2B5EF4-FFF2-40B4-BE49-F238E27FC236}">
                <a16:creationId xmlns:a16="http://schemas.microsoft.com/office/drawing/2014/main" id="{695F8BE5-FCF0-238D-83B8-0AE74BD22737}"/>
              </a:ext>
            </a:extLst>
          </p:cNvPr>
          <p:cNvSpPr>
            <a:spLocks noGrp="1"/>
          </p:cNvSpPr>
          <p:nvPr>
            <p:ph idx="1"/>
          </p:nvPr>
        </p:nvSpPr>
        <p:spPr>
          <a:xfrm>
            <a:off x="5894962" y="1984443"/>
            <a:ext cx="5458838" cy="4192520"/>
          </a:xfrm>
        </p:spPr>
        <p:txBody>
          <a:bodyPr>
            <a:normAutofit/>
          </a:bodyPr>
          <a:lstStyle/>
          <a:p>
            <a:pPr marL="0" indent="0">
              <a:buNone/>
            </a:pPr>
            <a:r>
              <a:rPr lang="de-DE" dirty="0"/>
              <a:t>Das Display ist über den Pins mit dem ESP32 verbunden und zeigt dort Informationen an. Ein Taster an GPIO13 ist mit GND verbunden und sendet beim Drücken ein Signal an den ESP32, das für Aktionen oder Datenübertragungen genutzt werden kann.</a:t>
            </a:r>
          </a:p>
        </p:txBody>
      </p:sp>
      <p:pic>
        <p:nvPicPr>
          <p:cNvPr id="5" name="Grafik 4" descr="Triple•T">
            <a:extLst>
              <a:ext uri="{FF2B5EF4-FFF2-40B4-BE49-F238E27FC236}">
                <a16:creationId xmlns:a16="http://schemas.microsoft.com/office/drawing/2014/main" id="{BEC38730-D2B9-2BF9-8C7D-D71EB0D3813C}"/>
              </a:ext>
            </a:extLst>
          </p:cNvPr>
          <p:cNvPicPr>
            <a:picLocks noChangeAspect="1"/>
          </p:cNvPicPr>
          <p:nvPr/>
        </p:nvPicPr>
        <p:blipFill>
          <a:blip r:embed="rId3"/>
          <a:stretch>
            <a:fillRect/>
          </a:stretch>
        </p:blipFill>
        <p:spPr>
          <a:xfrm>
            <a:off x="10673776" y="5331227"/>
            <a:ext cx="1518224" cy="1526773"/>
          </a:xfrm>
          <a:prstGeom prst="rect">
            <a:avLst/>
          </a:prstGeom>
          <a:noFill/>
          <a:ln cap="flat">
            <a:noFill/>
          </a:ln>
        </p:spPr>
      </p:pic>
      <mc:AlternateContent xmlns:mc="http://schemas.openxmlformats.org/markup-compatibility/2006" xmlns:p14="http://schemas.microsoft.com/office/powerpoint/2010/main">
        <mc:Choice Requires="p14">
          <p:contentPart p14:bwMode="auto" r:id="rId4">
            <p14:nvContentPartPr>
              <p14:cNvPr id="18" name="Freihand 17">
                <a:extLst>
                  <a:ext uri="{FF2B5EF4-FFF2-40B4-BE49-F238E27FC236}">
                    <a16:creationId xmlns:a16="http://schemas.microsoft.com/office/drawing/2014/main" id="{716CD575-E6EC-4204-6A18-A48C532B5FB9}"/>
                  </a:ext>
                </a:extLst>
              </p14:cNvPr>
              <p14:cNvContentPartPr/>
              <p14:nvPr/>
            </p14:nvContentPartPr>
            <p14:xfrm>
              <a:off x="10696360" y="5374720"/>
              <a:ext cx="464400" cy="1489680"/>
            </p14:xfrm>
          </p:contentPart>
        </mc:Choice>
        <mc:Fallback xmlns="">
          <p:pic>
            <p:nvPicPr>
              <p:cNvPr id="18" name="Freihand 17">
                <a:extLst>
                  <a:ext uri="{FF2B5EF4-FFF2-40B4-BE49-F238E27FC236}">
                    <a16:creationId xmlns:a16="http://schemas.microsoft.com/office/drawing/2014/main" id="{716CD575-E6EC-4204-6A18-A48C532B5FB9}"/>
                  </a:ext>
                </a:extLst>
              </p:cNvPr>
              <p:cNvPicPr/>
              <p:nvPr/>
            </p:nvPicPr>
            <p:blipFill>
              <a:blip r:embed="rId5"/>
              <a:stretch>
                <a:fillRect/>
              </a:stretch>
            </p:blipFill>
            <p:spPr>
              <a:xfrm>
                <a:off x="10633720" y="5311720"/>
                <a:ext cx="590040" cy="1615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Freihand 19">
                <a:extLst>
                  <a:ext uri="{FF2B5EF4-FFF2-40B4-BE49-F238E27FC236}">
                    <a16:creationId xmlns:a16="http://schemas.microsoft.com/office/drawing/2014/main" id="{1195F766-150F-0B80-E1A9-C7A7F87B41F8}"/>
                  </a:ext>
                </a:extLst>
              </p14:cNvPr>
              <p14:cNvContentPartPr/>
              <p14:nvPr/>
            </p14:nvContentPartPr>
            <p14:xfrm>
              <a:off x="10576120" y="5236120"/>
              <a:ext cx="325800" cy="992160"/>
            </p14:xfrm>
          </p:contentPart>
        </mc:Choice>
        <mc:Fallback xmlns="">
          <p:pic>
            <p:nvPicPr>
              <p:cNvPr id="20" name="Freihand 19">
                <a:extLst>
                  <a:ext uri="{FF2B5EF4-FFF2-40B4-BE49-F238E27FC236}">
                    <a16:creationId xmlns:a16="http://schemas.microsoft.com/office/drawing/2014/main" id="{1195F766-150F-0B80-E1A9-C7A7F87B41F8}"/>
                  </a:ext>
                </a:extLst>
              </p:cNvPr>
              <p:cNvPicPr/>
              <p:nvPr/>
            </p:nvPicPr>
            <p:blipFill>
              <a:blip r:embed="rId7"/>
              <a:stretch>
                <a:fillRect/>
              </a:stretch>
            </p:blipFill>
            <p:spPr>
              <a:xfrm>
                <a:off x="10513120" y="5173480"/>
                <a:ext cx="451440" cy="1117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Freihand 20">
                <a:extLst>
                  <a:ext uri="{FF2B5EF4-FFF2-40B4-BE49-F238E27FC236}">
                    <a16:creationId xmlns:a16="http://schemas.microsoft.com/office/drawing/2014/main" id="{032966E9-9D9F-7DF1-4C32-6777FF41C91F}"/>
                  </a:ext>
                </a:extLst>
              </p14:cNvPr>
              <p14:cNvContentPartPr/>
              <p14:nvPr/>
            </p14:nvContentPartPr>
            <p14:xfrm>
              <a:off x="10683040" y="5293360"/>
              <a:ext cx="1510920" cy="1686960"/>
            </p14:xfrm>
          </p:contentPart>
        </mc:Choice>
        <mc:Fallback xmlns="">
          <p:pic>
            <p:nvPicPr>
              <p:cNvPr id="21" name="Freihand 20">
                <a:extLst>
                  <a:ext uri="{FF2B5EF4-FFF2-40B4-BE49-F238E27FC236}">
                    <a16:creationId xmlns:a16="http://schemas.microsoft.com/office/drawing/2014/main" id="{032966E9-9D9F-7DF1-4C32-6777FF41C91F}"/>
                  </a:ext>
                </a:extLst>
              </p:cNvPr>
              <p:cNvPicPr/>
              <p:nvPr/>
            </p:nvPicPr>
            <p:blipFill>
              <a:blip r:embed="rId9"/>
              <a:stretch>
                <a:fillRect/>
              </a:stretch>
            </p:blipFill>
            <p:spPr>
              <a:xfrm>
                <a:off x="10620400" y="5230360"/>
                <a:ext cx="1636560" cy="18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Freihand 21">
                <a:extLst>
                  <a:ext uri="{FF2B5EF4-FFF2-40B4-BE49-F238E27FC236}">
                    <a16:creationId xmlns:a16="http://schemas.microsoft.com/office/drawing/2014/main" id="{7B4B551B-0F34-87FA-125F-3AA0093DE91F}"/>
                  </a:ext>
                </a:extLst>
              </p14:cNvPr>
              <p14:cNvContentPartPr/>
              <p14:nvPr/>
            </p14:nvContentPartPr>
            <p14:xfrm>
              <a:off x="10896520" y="5394160"/>
              <a:ext cx="1272240" cy="491040"/>
            </p14:xfrm>
          </p:contentPart>
        </mc:Choice>
        <mc:Fallback xmlns="">
          <p:pic>
            <p:nvPicPr>
              <p:cNvPr id="22" name="Freihand 21">
                <a:extLst>
                  <a:ext uri="{FF2B5EF4-FFF2-40B4-BE49-F238E27FC236}">
                    <a16:creationId xmlns:a16="http://schemas.microsoft.com/office/drawing/2014/main" id="{7B4B551B-0F34-87FA-125F-3AA0093DE91F}"/>
                  </a:ext>
                </a:extLst>
              </p:cNvPr>
              <p:cNvPicPr/>
              <p:nvPr/>
            </p:nvPicPr>
            <p:blipFill>
              <a:blip r:embed="rId11"/>
              <a:stretch>
                <a:fillRect/>
              </a:stretch>
            </p:blipFill>
            <p:spPr>
              <a:xfrm>
                <a:off x="10833520" y="5331160"/>
                <a:ext cx="1397880" cy="616680"/>
              </a:xfrm>
              <a:prstGeom prst="rect">
                <a:avLst/>
              </a:prstGeom>
            </p:spPr>
          </p:pic>
        </mc:Fallback>
      </mc:AlternateContent>
      <p:pic>
        <p:nvPicPr>
          <p:cNvPr id="23" name="Grafik 22">
            <a:extLst>
              <a:ext uri="{FF2B5EF4-FFF2-40B4-BE49-F238E27FC236}">
                <a16:creationId xmlns:a16="http://schemas.microsoft.com/office/drawing/2014/main" id="{F0279E1A-0C81-05CB-2904-2A91FB34D8C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88782" y="2866902"/>
            <a:ext cx="1486147" cy="1605794"/>
          </a:xfrm>
          <a:prstGeom prst="rect">
            <a:avLst/>
          </a:prstGeom>
        </p:spPr>
      </p:pic>
    </p:spTree>
    <p:extLst>
      <p:ext uri="{BB962C8B-B14F-4D97-AF65-F5344CB8AC3E}">
        <p14:creationId xmlns:p14="http://schemas.microsoft.com/office/powerpoint/2010/main" val="1384540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092A8C0-EE21-5017-9705-54B3FCF81E06}"/>
              </a:ext>
            </a:extLst>
          </p:cNvPr>
          <p:cNvSpPr>
            <a:spLocks noGrp="1"/>
          </p:cNvSpPr>
          <p:nvPr>
            <p:ph type="title"/>
          </p:nvPr>
        </p:nvSpPr>
        <p:spPr>
          <a:xfrm>
            <a:off x="365761" y="698835"/>
            <a:ext cx="5391944" cy="1641078"/>
          </a:xfrm>
        </p:spPr>
        <p:txBody>
          <a:bodyPr anchor="b">
            <a:noAutofit/>
          </a:bodyPr>
          <a:lstStyle/>
          <a:p>
            <a:r>
              <a:rPr lang="de-DE" sz="5400" dirty="0">
                <a:latin typeface="Aharoni" panose="02010803020104030203" pitchFamily="2" charset="-79"/>
                <a:cs typeface="Aharoni" panose="02010803020104030203" pitchFamily="2" charset="-79"/>
              </a:rPr>
              <a:t>Funktionalität der Schaltung:</a:t>
            </a:r>
          </a:p>
        </p:txBody>
      </p:sp>
      <p:sp>
        <p:nvSpPr>
          <p:cNvPr id="11" name="Rectangle 1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Inhaltsplatzhalter 2">
            <a:extLst>
              <a:ext uri="{FF2B5EF4-FFF2-40B4-BE49-F238E27FC236}">
                <a16:creationId xmlns:a16="http://schemas.microsoft.com/office/drawing/2014/main" id="{970747FB-5FC2-289F-702B-B7AC0557580D}"/>
              </a:ext>
            </a:extLst>
          </p:cNvPr>
          <p:cNvSpPr>
            <a:spLocks noGrp="1"/>
          </p:cNvSpPr>
          <p:nvPr>
            <p:ph idx="1"/>
          </p:nvPr>
        </p:nvSpPr>
        <p:spPr>
          <a:xfrm>
            <a:off x="411480" y="3094103"/>
            <a:ext cx="4443154" cy="3082859"/>
          </a:xfrm>
        </p:spPr>
        <p:txBody>
          <a:bodyPr>
            <a:normAutofit/>
          </a:bodyPr>
          <a:lstStyle/>
          <a:p>
            <a:pPr marL="0" indent="0">
              <a:buNone/>
            </a:pPr>
            <a:r>
              <a:rPr lang="de-DE" sz="1800" dirty="0"/>
              <a:t>Unsere Schaltung ist relativ simpel. Das schwierigste war das Display.</a:t>
            </a:r>
            <a:br>
              <a:rPr lang="de-DE" sz="1800" dirty="0"/>
            </a:br>
            <a:r>
              <a:rPr lang="de-DE" sz="1800" dirty="0"/>
              <a:t>Der Knopf wird gedrückt, der Sender- Arduino schickt dadurch ein Signal über ESP-NOW an den </a:t>
            </a:r>
            <a:r>
              <a:rPr lang="de-DE" sz="1800" dirty="0" err="1"/>
              <a:t>Epfänger</a:t>
            </a:r>
            <a:r>
              <a:rPr lang="de-DE" sz="1800" dirty="0"/>
              <a:t>-Arduino</a:t>
            </a:r>
          </a:p>
        </p:txBody>
      </p:sp>
      <p:pic>
        <p:nvPicPr>
          <p:cNvPr id="4" name="Grafik 3" descr="Tinkercad.png">
            <a:extLst>
              <a:ext uri="{FF2B5EF4-FFF2-40B4-BE49-F238E27FC236}">
                <a16:creationId xmlns:a16="http://schemas.microsoft.com/office/drawing/2014/main" id="{E9F7FB68-2F3C-B29F-C789-BE63150AEE3A}"/>
              </a:ext>
            </a:extLst>
          </p:cNvPr>
          <p:cNvPicPr>
            <a:picLocks noChangeAspect="1"/>
          </p:cNvPicPr>
          <p:nvPr/>
        </p:nvPicPr>
        <p:blipFill>
          <a:blip r:embed="rId2"/>
          <a:stretch>
            <a:fillRect/>
          </a:stretch>
        </p:blipFill>
        <p:spPr>
          <a:xfrm>
            <a:off x="5385816" y="1155225"/>
            <a:ext cx="6440424" cy="4492195"/>
          </a:xfrm>
          <a:prstGeom prst="rect">
            <a:avLst/>
          </a:prstGeom>
          <a:effectLst>
            <a:softEdge rad="76200"/>
          </a:effectLst>
        </p:spPr>
      </p:pic>
      <p:sp>
        <p:nvSpPr>
          <p:cNvPr id="5" name="Ellipse 4">
            <a:extLst>
              <a:ext uri="{FF2B5EF4-FFF2-40B4-BE49-F238E27FC236}">
                <a16:creationId xmlns:a16="http://schemas.microsoft.com/office/drawing/2014/main" id="{24AAA579-B5DE-4392-5CE7-311441834A81}"/>
              </a:ext>
            </a:extLst>
          </p:cNvPr>
          <p:cNvSpPr/>
          <p:nvPr/>
        </p:nvSpPr>
        <p:spPr>
          <a:xfrm>
            <a:off x="5444345" y="5925979"/>
            <a:ext cx="651655" cy="653461"/>
          </a:xfrm>
          <a:prstGeom prst="ellipse">
            <a:avLst/>
          </a:prstGeom>
          <a:solidFill>
            <a:srgbClr val="0F9E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descr="Brot Mit Gesicht Bilder - Kostenloser Download auf Freepik">
            <a:extLst>
              <a:ext uri="{FF2B5EF4-FFF2-40B4-BE49-F238E27FC236}">
                <a16:creationId xmlns:a16="http://schemas.microsoft.com/office/drawing/2014/main" id="{AA05D43E-E5A6-5780-06B9-9C242E244139}"/>
              </a:ext>
            </a:extLst>
          </p:cNvPr>
          <p:cNvPicPr>
            <a:picLocks noChangeAspect="1"/>
          </p:cNvPicPr>
          <p:nvPr/>
        </p:nvPicPr>
        <p:blipFill>
          <a:blip r:embed="rId3"/>
          <a:stretch>
            <a:fillRect/>
          </a:stretch>
        </p:blipFill>
        <p:spPr>
          <a:xfrm>
            <a:off x="1869359" y="4827655"/>
            <a:ext cx="1473361" cy="1639529"/>
          </a:xfrm>
          <a:prstGeom prst="rect">
            <a:avLst/>
          </a:prstGeom>
        </p:spPr>
      </p:pic>
    </p:spTree>
    <p:extLst>
      <p:ext uri="{BB962C8B-B14F-4D97-AF65-F5344CB8AC3E}">
        <p14:creationId xmlns:p14="http://schemas.microsoft.com/office/powerpoint/2010/main" val="328738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CAF7EBAB-D91B-64F5-1F1B-9882C9E9842C}"/>
              </a:ext>
            </a:extLst>
          </p:cNvPr>
          <p:cNvSpPr>
            <a:spLocks noGrp="1"/>
          </p:cNvSpPr>
          <p:nvPr>
            <p:ph type="title"/>
          </p:nvPr>
        </p:nvSpPr>
        <p:spPr>
          <a:xfrm>
            <a:off x="1171074" y="1396686"/>
            <a:ext cx="3240506" cy="4064628"/>
          </a:xfrm>
        </p:spPr>
        <p:txBody>
          <a:bodyPr>
            <a:normAutofit/>
          </a:bodyPr>
          <a:lstStyle/>
          <a:p>
            <a:r>
              <a:rPr lang="de-DE" dirty="0">
                <a:solidFill>
                  <a:srgbClr val="FFFFFF"/>
                </a:solidFill>
                <a:latin typeface="Aharoni" panose="02010803020104030203" pitchFamily="2" charset="-79"/>
                <a:cs typeface="Aharoni" panose="02010803020104030203" pitchFamily="2" charset="-79"/>
              </a:rPr>
              <a:t>Code Highlights Sender!</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7" name="Grafik 16">
            <a:extLst>
              <a:ext uri="{FF2B5EF4-FFF2-40B4-BE49-F238E27FC236}">
                <a16:creationId xmlns:a16="http://schemas.microsoft.com/office/drawing/2014/main" id="{4B803A07-BBDE-A355-1CED-F7563249D839}"/>
              </a:ext>
            </a:extLst>
          </p:cNvPr>
          <p:cNvPicPr>
            <a:picLocks noChangeAspect="1"/>
          </p:cNvPicPr>
          <p:nvPr/>
        </p:nvPicPr>
        <p:blipFill>
          <a:blip r:embed="rId2"/>
          <a:stretch>
            <a:fillRect/>
          </a:stretch>
        </p:blipFill>
        <p:spPr>
          <a:xfrm>
            <a:off x="5370153" y="1923693"/>
            <a:ext cx="6518576" cy="1022810"/>
          </a:xfrm>
          <a:prstGeom prst="rect">
            <a:avLst/>
          </a:prstGeom>
        </p:spPr>
      </p:pic>
      <p:pic>
        <p:nvPicPr>
          <p:cNvPr id="19" name="Grafik 18">
            <a:extLst>
              <a:ext uri="{FF2B5EF4-FFF2-40B4-BE49-F238E27FC236}">
                <a16:creationId xmlns:a16="http://schemas.microsoft.com/office/drawing/2014/main" id="{6114A7CE-F078-1990-3EAC-76E6B7957E66}"/>
              </a:ext>
            </a:extLst>
          </p:cNvPr>
          <p:cNvPicPr>
            <a:picLocks noChangeAspect="1"/>
          </p:cNvPicPr>
          <p:nvPr/>
        </p:nvPicPr>
        <p:blipFill>
          <a:blip r:embed="rId3"/>
          <a:stretch>
            <a:fillRect/>
          </a:stretch>
        </p:blipFill>
        <p:spPr>
          <a:xfrm>
            <a:off x="5365126" y="3684670"/>
            <a:ext cx="6471687" cy="703706"/>
          </a:xfrm>
          <a:prstGeom prst="rect">
            <a:avLst/>
          </a:prstGeom>
        </p:spPr>
      </p:pic>
      <p:pic>
        <p:nvPicPr>
          <p:cNvPr id="21" name="Grafik 20">
            <a:extLst>
              <a:ext uri="{FF2B5EF4-FFF2-40B4-BE49-F238E27FC236}">
                <a16:creationId xmlns:a16="http://schemas.microsoft.com/office/drawing/2014/main" id="{C6C92598-F21D-AFEC-7D72-E1BDE1E2B775}"/>
              </a:ext>
            </a:extLst>
          </p:cNvPr>
          <p:cNvPicPr>
            <a:picLocks noChangeAspect="1"/>
          </p:cNvPicPr>
          <p:nvPr/>
        </p:nvPicPr>
        <p:blipFill>
          <a:blip r:embed="rId4"/>
          <a:stretch>
            <a:fillRect/>
          </a:stretch>
        </p:blipFill>
        <p:spPr>
          <a:xfrm>
            <a:off x="5414202" y="5361978"/>
            <a:ext cx="6536096" cy="1104354"/>
          </a:xfrm>
          <a:prstGeom prst="rect">
            <a:avLst/>
          </a:prstGeom>
        </p:spPr>
      </p:pic>
      <p:sp>
        <p:nvSpPr>
          <p:cNvPr id="25" name="Textfeld 24">
            <a:extLst>
              <a:ext uri="{FF2B5EF4-FFF2-40B4-BE49-F238E27FC236}">
                <a16:creationId xmlns:a16="http://schemas.microsoft.com/office/drawing/2014/main" id="{FF973BF5-81D1-F79B-5E5F-3913E8DA4903}"/>
              </a:ext>
            </a:extLst>
          </p:cNvPr>
          <p:cNvSpPr txBox="1"/>
          <p:nvPr/>
        </p:nvSpPr>
        <p:spPr>
          <a:xfrm>
            <a:off x="5414202" y="1235233"/>
            <a:ext cx="5448300" cy="923330"/>
          </a:xfrm>
          <a:prstGeom prst="rect">
            <a:avLst/>
          </a:prstGeom>
          <a:noFill/>
        </p:spPr>
        <p:txBody>
          <a:bodyPr wrap="square" rtlCol="0">
            <a:spAutoFit/>
          </a:bodyPr>
          <a:lstStyle/>
          <a:p>
            <a:r>
              <a:rPr lang="de-DE" dirty="0"/>
              <a:t>Setzt den ESP ins WLAN-Station-Modus und fixiert ihn auf Kanal 1.</a:t>
            </a:r>
          </a:p>
          <a:p>
            <a:endParaRPr lang="de-DE" dirty="0"/>
          </a:p>
        </p:txBody>
      </p:sp>
      <mc:AlternateContent xmlns:mc="http://schemas.openxmlformats.org/markup-compatibility/2006" xmlns:p14="http://schemas.microsoft.com/office/powerpoint/2010/main">
        <mc:Choice Requires="p14">
          <p:contentPart p14:bwMode="auto" r:id="rId5">
            <p14:nvContentPartPr>
              <p14:cNvPr id="27" name="Freihand 26">
                <a:extLst>
                  <a:ext uri="{FF2B5EF4-FFF2-40B4-BE49-F238E27FC236}">
                    <a16:creationId xmlns:a16="http://schemas.microsoft.com/office/drawing/2014/main" id="{4A06F97D-7E1C-C3DA-1307-6C7B2147ABA8}"/>
                  </a:ext>
                </a:extLst>
              </p14:cNvPr>
              <p14:cNvContentPartPr/>
              <p14:nvPr/>
            </p14:nvContentPartPr>
            <p14:xfrm>
              <a:off x="11463097" y="1808868"/>
              <a:ext cx="207720" cy="118800"/>
            </p14:xfrm>
          </p:contentPart>
        </mc:Choice>
        <mc:Fallback xmlns="">
          <p:pic>
            <p:nvPicPr>
              <p:cNvPr id="27" name="Freihand 26">
                <a:extLst>
                  <a:ext uri="{FF2B5EF4-FFF2-40B4-BE49-F238E27FC236}">
                    <a16:creationId xmlns:a16="http://schemas.microsoft.com/office/drawing/2014/main" id="{4A06F97D-7E1C-C3DA-1307-6C7B2147ABA8}"/>
                  </a:ext>
                </a:extLst>
              </p:cNvPr>
              <p:cNvPicPr/>
              <p:nvPr/>
            </p:nvPicPr>
            <p:blipFill>
              <a:blip r:embed="rId6"/>
              <a:stretch>
                <a:fillRect/>
              </a:stretch>
            </p:blipFill>
            <p:spPr>
              <a:xfrm>
                <a:off x="11400457" y="1746228"/>
                <a:ext cx="333360" cy="244440"/>
              </a:xfrm>
              <a:prstGeom prst="rect">
                <a:avLst/>
              </a:prstGeom>
            </p:spPr>
          </p:pic>
        </mc:Fallback>
      </mc:AlternateContent>
      <p:sp>
        <p:nvSpPr>
          <p:cNvPr id="28" name="Textfeld 27">
            <a:extLst>
              <a:ext uri="{FF2B5EF4-FFF2-40B4-BE49-F238E27FC236}">
                <a16:creationId xmlns:a16="http://schemas.microsoft.com/office/drawing/2014/main" id="{EDB7C276-FE74-78EC-7602-AC19D6E42DD4}"/>
              </a:ext>
            </a:extLst>
          </p:cNvPr>
          <p:cNvSpPr txBox="1"/>
          <p:nvPr/>
        </p:nvSpPr>
        <p:spPr>
          <a:xfrm>
            <a:off x="5414202" y="3063414"/>
            <a:ext cx="6474527" cy="923330"/>
          </a:xfrm>
          <a:prstGeom prst="rect">
            <a:avLst/>
          </a:prstGeom>
          <a:noFill/>
        </p:spPr>
        <p:txBody>
          <a:bodyPr wrap="square" rtlCol="0">
            <a:spAutoFit/>
          </a:bodyPr>
          <a:lstStyle/>
          <a:p>
            <a:r>
              <a:rPr lang="de-DE" dirty="0"/>
              <a:t>Speichert die Empfänger-Adresse und fügt das Gerät als ESP-NOW-Partner hinzu.</a:t>
            </a:r>
          </a:p>
          <a:p>
            <a:endParaRPr lang="de-DE" dirty="0"/>
          </a:p>
        </p:txBody>
      </p:sp>
      <p:sp>
        <p:nvSpPr>
          <p:cNvPr id="29" name="Textfeld 28">
            <a:extLst>
              <a:ext uri="{FF2B5EF4-FFF2-40B4-BE49-F238E27FC236}">
                <a16:creationId xmlns:a16="http://schemas.microsoft.com/office/drawing/2014/main" id="{2D7D7DE0-92C5-6B6B-85F4-A4D9E7FB138F}"/>
              </a:ext>
            </a:extLst>
          </p:cNvPr>
          <p:cNvSpPr txBox="1"/>
          <p:nvPr/>
        </p:nvSpPr>
        <p:spPr>
          <a:xfrm>
            <a:off x="5414202" y="4670323"/>
            <a:ext cx="6422611" cy="646331"/>
          </a:xfrm>
          <a:prstGeom prst="rect">
            <a:avLst/>
          </a:prstGeom>
          <a:noFill/>
        </p:spPr>
        <p:txBody>
          <a:bodyPr wrap="square" rtlCol="0">
            <a:spAutoFit/>
          </a:bodyPr>
          <a:lstStyle/>
          <a:p>
            <a:r>
              <a:rPr lang="de-DE"/>
              <a:t>Erkennt einen Tastendruck und sendet eine Nachricht per ESP-NOW an den Empfänger.</a:t>
            </a:r>
          </a:p>
        </p:txBody>
      </p:sp>
      <p:pic>
        <p:nvPicPr>
          <p:cNvPr id="32" name="Grafik 31">
            <a:extLst>
              <a:ext uri="{FF2B5EF4-FFF2-40B4-BE49-F238E27FC236}">
                <a16:creationId xmlns:a16="http://schemas.microsoft.com/office/drawing/2014/main" id="{E4C12715-8E5C-A025-76F9-E05D30FF77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89341" y="4972307"/>
            <a:ext cx="1408380" cy="1494025"/>
          </a:xfrm>
          <a:prstGeom prst="rect">
            <a:avLst/>
          </a:prstGeom>
        </p:spPr>
      </p:pic>
    </p:spTree>
    <p:extLst>
      <p:ext uri="{BB962C8B-B14F-4D97-AF65-F5344CB8AC3E}">
        <p14:creationId xmlns:p14="http://schemas.microsoft.com/office/powerpoint/2010/main" val="262304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44F88F-05D3-5E65-13D8-DC035800562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2F27EF2-876D-22A3-4D03-F2376366BF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AC8968E-5EEE-83AA-39D9-898D890A88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F39F9EA2-64B8-0C46-54B9-F346B3599AC0}"/>
              </a:ext>
            </a:extLst>
          </p:cNvPr>
          <p:cNvSpPr>
            <a:spLocks noGrp="1"/>
          </p:cNvSpPr>
          <p:nvPr>
            <p:ph type="title"/>
          </p:nvPr>
        </p:nvSpPr>
        <p:spPr>
          <a:xfrm>
            <a:off x="1171074" y="1396686"/>
            <a:ext cx="3240506" cy="4064628"/>
          </a:xfrm>
        </p:spPr>
        <p:txBody>
          <a:bodyPr>
            <a:normAutofit/>
          </a:bodyPr>
          <a:lstStyle/>
          <a:p>
            <a:r>
              <a:rPr lang="de-DE" dirty="0">
                <a:solidFill>
                  <a:srgbClr val="FFFFFF"/>
                </a:solidFill>
                <a:latin typeface="Aharoni" panose="02010803020104030203" pitchFamily="2" charset="-79"/>
                <a:cs typeface="Aharoni" panose="02010803020104030203" pitchFamily="2" charset="-79"/>
              </a:rPr>
              <a:t>Code Highlights Sender!</a:t>
            </a:r>
          </a:p>
        </p:txBody>
      </p:sp>
      <p:sp>
        <p:nvSpPr>
          <p:cNvPr id="12" name="Arc 11">
            <a:extLst>
              <a:ext uri="{FF2B5EF4-FFF2-40B4-BE49-F238E27FC236}">
                <a16:creationId xmlns:a16="http://schemas.microsoft.com/office/drawing/2014/main" id="{1CB422A8-CDBF-F07B-311E-CDC722FF31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8774DED8-4655-E60D-1D2C-63343FAD38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7" name="Grafik 16">
            <a:extLst>
              <a:ext uri="{FF2B5EF4-FFF2-40B4-BE49-F238E27FC236}">
                <a16:creationId xmlns:a16="http://schemas.microsoft.com/office/drawing/2014/main" id="{0612FAD4-42DC-486A-A29A-33C386B25567}"/>
              </a:ext>
            </a:extLst>
          </p:cNvPr>
          <p:cNvPicPr>
            <a:picLocks noChangeAspect="1"/>
          </p:cNvPicPr>
          <p:nvPr/>
        </p:nvPicPr>
        <p:blipFill>
          <a:blip r:embed="rId3"/>
          <a:stretch>
            <a:fillRect/>
          </a:stretch>
        </p:blipFill>
        <p:spPr>
          <a:xfrm>
            <a:off x="5109127" y="1097771"/>
            <a:ext cx="6849531" cy="606042"/>
          </a:xfrm>
          <a:prstGeom prst="rect">
            <a:avLst/>
          </a:prstGeom>
        </p:spPr>
      </p:pic>
      <p:pic>
        <p:nvPicPr>
          <p:cNvPr id="24" name="Inhaltsplatzhalter 10">
            <a:extLst>
              <a:ext uri="{FF2B5EF4-FFF2-40B4-BE49-F238E27FC236}">
                <a16:creationId xmlns:a16="http://schemas.microsoft.com/office/drawing/2014/main" id="{7550061E-34B8-7DBA-CA72-27A5561854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41352" y="4787812"/>
            <a:ext cx="1756369" cy="1902314"/>
          </a:xfrm>
          <a:prstGeom prst="rect">
            <a:avLst/>
          </a:prstGeom>
        </p:spPr>
      </p:pic>
      <p:pic>
        <p:nvPicPr>
          <p:cNvPr id="27" name="Grafik 26">
            <a:extLst>
              <a:ext uri="{FF2B5EF4-FFF2-40B4-BE49-F238E27FC236}">
                <a16:creationId xmlns:a16="http://schemas.microsoft.com/office/drawing/2014/main" id="{35A6BCA0-4D14-B63E-9100-F5EA71AD88E1}"/>
              </a:ext>
            </a:extLst>
          </p:cNvPr>
          <p:cNvPicPr>
            <a:picLocks noChangeAspect="1"/>
          </p:cNvPicPr>
          <p:nvPr/>
        </p:nvPicPr>
        <p:blipFill>
          <a:blip r:embed="rId5"/>
          <a:stretch>
            <a:fillRect/>
          </a:stretch>
        </p:blipFill>
        <p:spPr>
          <a:xfrm>
            <a:off x="5151742" y="2676263"/>
            <a:ext cx="6806916" cy="1161849"/>
          </a:xfrm>
          <a:prstGeom prst="rect">
            <a:avLst/>
          </a:prstGeom>
        </p:spPr>
      </p:pic>
      <p:pic>
        <p:nvPicPr>
          <p:cNvPr id="29" name="Grafik 28">
            <a:extLst>
              <a:ext uri="{FF2B5EF4-FFF2-40B4-BE49-F238E27FC236}">
                <a16:creationId xmlns:a16="http://schemas.microsoft.com/office/drawing/2014/main" id="{D50AD94B-52E9-8043-9408-AB4EF0528B3C}"/>
              </a:ext>
            </a:extLst>
          </p:cNvPr>
          <p:cNvPicPr>
            <a:picLocks noChangeAspect="1"/>
          </p:cNvPicPr>
          <p:nvPr/>
        </p:nvPicPr>
        <p:blipFill>
          <a:blip r:embed="rId6"/>
          <a:stretch>
            <a:fillRect/>
          </a:stretch>
        </p:blipFill>
        <p:spPr>
          <a:xfrm>
            <a:off x="5151742" y="4810562"/>
            <a:ext cx="6806916" cy="972417"/>
          </a:xfrm>
          <a:prstGeom prst="rect">
            <a:avLst/>
          </a:prstGeom>
        </p:spPr>
      </p:pic>
      <p:sp>
        <p:nvSpPr>
          <p:cNvPr id="3" name="Textfeld 2">
            <a:extLst>
              <a:ext uri="{FF2B5EF4-FFF2-40B4-BE49-F238E27FC236}">
                <a16:creationId xmlns:a16="http://schemas.microsoft.com/office/drawing/2014/main" id="{A3A0923C-32F4-62DF-8FD6-0D95EFA6E918}"/>
              </a:ext>
            </a:extLst>
          </p:cNvPr>
          <p:cNvSpPr txBox="1"/>
          <p:nvPr/>
        </p:nvSpPr>
        <p:spPr>
          <a:xfrm>
            <a:off x="5097276" y="522908"/>
            <a:ext cx="6718804" cy="365844"/>
          </a:xfrm>
          <a:prstGeom prst="rect">
            <a:avLst/>
          </a:prstGeom>
          <a:noFill/>
        </p:spPr>
        <p:txBody>
          <a:bodyPr wrap="square" rtlCol="0">
            <a:spAutoFit/>
          </a:bodyPr>
          <a:lstStyle/>
          <a:p>
            <a:r>
              <a:rPr lang="de-DE" dirty="0"/>
              <a:t>Erstellt ein Donut-Diagramm im Canvas-Element `c`</a:t>
            </a:r>
          </a:p>
        </p:txBody>
      </p:sp>
      <p:sp>
        <p:nvSpPr>
          <p:cNvPr id="4" name="Textfeld 3">
            <a:extLst>
              <a:ext uri="{FF2B5EF4-FFF2-40B4-BE49-F238E27FC236}">
                <a16:creationId xmlns:a16="http://schemas.microsoft.com/office/drawing/2014/main" id="{5D7DDEBD-1E00-75A1-1F80-0FB1B1ED68CC}"/>
              </a:ext>
            </a:extLst>
          </p:cNvPr>
          <p:cNvSpPr txBox="1"/>
          <p:nvPr/>
        </p:nvSpPr>
        <p:spPr>
          <a:xfrm>
            <a:off x="5151742" y="1872192"/>
            <a:ext cx="6664338" cy="923330"/>
          </a:xfrm>
          <a:prstGeom prst="rect">
            <a:avLst/>
          </a:prstGeom>
          <a:noFill/>
        </p:spPr>
        <p:txBody>
          <a:bodyPr wrap="square" rtlCol="0">
            <a:spAutoFit/>
          </a:bodyPr>
          <a:lstStyle/>
          <a:p>
            <a:r>
              <a:rPr lang="de-DE" dirty="0"/>
              <a:t>Zeigt den Text </a:t>
            </a:r>
            <a:r>
              <a:rPr lang="de-DE" dirty="0" err="1"/>
              <a:t>numText</a:t>
            </a:r>
            <a:r>
              <a:rPr lang="de-DE" dirty="0"/>
              <a:t> vergrößert und zentriert auf dem Display an.</a:t>
            </a:r>
          </a:p>
          <a:p>
            <a:endParaRPr lang="de-DE" dirty="0"/>
          </a:p>
        </p:txBody>
      </p:sp>
      <p:sp>
        <p:nvSpPr>
          <p:cNvPr id="5" name="Textfeld 4">
            <a:extLst>
              <a:ext uri="{FF2B5EF4-FFF2-40B4-BE49-F238E27FC236}">
                <a16:creationId xmlns:a16="http://schemas.microsoft.com/office/drawing/2014/main" id="{A2D4EEB5-F41E-37FF-0C01-3B15B6185713}"/>
              </a:ext>
            </a:extLst>
          </p:cNvPr>
          <p:cNvSpPr txBox="1"/>
          <p:nvPr/>
        </p:nvSpPr>
        <p:spPr>
          <a:xfrm>
            <a:off x="5151742" y="4216400"/>
            <a:ext cx="6551069" cy="369332"/>
          </a:xfrm>
          <a:prstGeom prst="rect">
            <a:avLst/>
          </a:prstGeom>
          <a:noFill/>
        </p:spPr>
        <p:txBody>
          <a:bodyPr wrap="square" rtlCol="0">
            <a:spAutoFit/>
          </a:bodyPr>
          <a:lstStyle/>
          <a:p>
            <a:r>
              <a:rPr lang="de-DE" dirty="0"/>
              <a:t>Stellt eine WLAN-Verbindung her und startet den Webserver.</a:t>
            </a:r>
          </a:p>
        </p:txBody>
      </p:sp>
      <mc:AlternateContent xmlns:mc="http://schemas.openxmlformats.org/markup-compatibility/2006" xmlns:p14="http://schemas.microsoft.com/office/powerpoint/2010/main">
        <mc:Choice Requires="p14">
          <p:contentPart p14:bwMode="auto" r:id="rId7">
            <p14:nvContentPartPr>
              <p14:cNvPr id="6" name="Freihand 5">
                <a:extLst>
                  <a:ext uri="{FF2B5EF4-FFF2-40B4-BE49-F238E27FC236}">
                    <a16:creationId xmlns:a16="http://schemas.microsoft.com/office/drawing/2014/main" id="{E58D95F9-E41B-F360-03A0-FE8AC1E129B6}"/>
                  </a:ext>
                </a:extLst>
              </p14:cNvPr>
              <p14:cNvContentPartPr/>
              <p14:nvPr/>
            </p14:nvContentPartPr>
            <p14:xfrm>
              <a:off x="9113000" y="953080"/>
              <a:ext cx="609120" cy="84240"/>
            </p14:xfrm>
          </p:contentPart>
        </mc:Choice>
        <mc:Fallback xmlns="">
          <p:pic>
            <p:nvPicPr>
              <p:cNvPr id="6" name="Freihand 5">
                <a:extLst>
                  <a:ext uri="{FF2B5EF4-FFF2-40B4-BE49-F238E27FC236}">
                    <a16:creationId xmlns:a16="http://schemas.microsoft.com/office/drawing/2014/main" id="{E58D95F9-E41B-F360-03A0-FE8AC1E129B6}"/>
                  </a:ext>
                </a:extLst>
              </p:cNvPr>
              <p:cNvPicPr/>
              <p:nvPr/>
            </p:nvPicPr>
            <p:blipFill>
              <a:blip r:embed="rId8"/>
              <a:stretch>
                <a:fillRect/>
              </a:stretch>
            </p:blipFill>
            <p:spPr>
              <a:xfrm>
                <a:off x="9050360" y="890440"/>
                <a:ext cx="7347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Freihand 15">
                <a:extLst>
                  <a:ext uri="{FF2B5EF4-FFF2-40B4-BE49-F238E27FC236}">
                    <a16:creationId xmlns:a16="http://schemas.microsoft.com/office/drawing/2014/main" id="{30A3E134-10CB-4C69-00E9-75D061AA1C0F}"/>
                  </a:ext>
                </a:extLst>
              </p14:cNvPr>
              <p14:cNvContentPartPr/>
              <p14:nvPr/>
            </p14:nvContentPartPr>
            <p14:xfrm>
              <a:off x="9391470" y="933180"/>
              <a:ext cx="360" cy="360"/>
            </p14:xfrm>
          </p:contentPart>
        </mc:Choice>
        <mc:Fallback xmlns="">
          <p:pic>
            <p:nvPicPr>
              <p:cNvPr id="16" name="Freihand 15">
                <a:extLst>
                  <a:ext uri="{FF2B5EF4-FFF2-40B4-BE49-F238E27FC236}">
                    <a16:creationId xmlns:a16="http://schemas.microsoft.com/office/drawing/2014/main" id="{30A3E134-10CB-4C69-00E9-75D061AA1C0F}"/>
                  </a:ext>
                </a:extLst>
              </p:cNvPr>
              <p:cNvPicPr/>
              <p:nvPr/>
            </p:nvPicPr>
            <p:blipFill>
              <a:blip r:embed="rId10"/>
              <a:stretch>
                <a:fillRect/>
              </a:stretch>
            </p:blipFill>
            <p:spPr>
              <a:xfrm>
                <a:off x="9328830" y="8705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Freihand 17">
                <a:extLst>
                  <a:ext uri="{FF2B5EF4-FFF2-40B4-BE49-F238E27FC236}">
                    <a16:creationId xmlns:a16="http://schemas.microsoft.com/office/drawing/2014/main" id="{4C51CFC2-40B7-6B31-3BBB-7AADAC8DE2C3}"/>
                  </a:ext>
                </a:extLst>
              </p14:cNvPr>
              <p14:cNvContentPartPr/>
              <p14:nvPr/>
            </p14:nvContentPartPr>
            <p14:xfrm>
              <a:off x="9467790" y="1036140"/>
              <a:ext cx="360" cy="360"/>
            </p14:xfrm>
          </p:contentPart>
        </mc:Choice>
        <mc:Fallback xmlns="">
          <p:pic>
            <p:nvPicPr>
              <p:cNvPr id="18" name="Freihand 17">
                <a:extLst>
                  <a:ext uri="{FF2B5EF4-FFF2-40B4-BE49-F238E27FC236}">
                    <a16:creationId xmlns:a16="http://schemas.microsoft.com/office/drawing/2014/main" id="{4C51CFC2-40B7-6B31-3BBB-7AADAC8DE2C3}"/>
                  </a:ext>
                </a:extLst>
              </p:cNvPr>
              <p:cNvPicPr/>
              <p:nvPr/>
            </p:nvPicPr>
            <p:blipFill>
              <a:blip r:embed="rId10"/>
              <a:stretch>
                <a:fillRect/>
              </a:stretch>
            </p:blipFill>
            <p:spPr>
              <a:xfrm>
                <a:off x="9404790" y="9735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Freihand 22">
                <a:extLst>
                  <a:ext uri="{FF2B5EF4-FFF2-40B4-BE49-F238E27FC236}">
                    <a16:creationId xmlns:a16="http://schemas.microsoft.com/office/drawing/2014/main" id="{B49D2354-07E3-E9A1-B2F7-D591205BA3FE}"/>
                  </a:ext>
                </a:extLst>
              </p14:cNvPr>
              <p14:cNvContentPartPr/>
              <p14:nvPr/>
            </p14:nvContentPartPr>
            <p14:xfrm>
              <a:off x="9383910" y="1036140"/>
              <a:ext cx="360" cy="360"/>
            </p14:xfrm>
          </p:contentPart>
        </mc:Choice>
        <mc:Fallback xmlns="">
          <p:pic>
            <p:nvPicPr>
              <p:cNvPr id="23" name="Freihand 22">
                <a:extLst>
                  <a:ext uri="{FF2B5EF4-FFF2-40B4-BE49-F238E27FC236}">
                    <a16:creationId xmlns:a16="http://schemas.microsoft.com/office/drawing/2014/main" id="{B49D2354-07E3-E9A1-B2F7-D591205BA3FE}"/>
                  </a:ext>
                </a:extLst>
              </p:cNvPr>
              <p:cNvPicPr/>
              <p:nvPr/>
            </p:nvPicPr>
            <p:blipFill>
              <a:blip r:embed="rId10"/>
              <a:stretch>
                <a:fillRect/>
              </a:stretch>
            </p:blipFill>
            <p:spPr>
              <a:xfrm>
                <a:off x="9321270" y="973500"/>
                <a:ext cx="126000" cy="126000"/>
              </a:xfrm>
              <a:prstGeom prst="rect">
                <a:avLst/>
              </a:prstGeom>
            </p:spPr>
          </p:pic>
        </mc:Fallback>
      </mc:AlternateContent>
    </p:spTree>
    <p:extLst>
      <p:ext uri="{BB962C8B-B14F-4D97-AF65-F5344CB8AC3E}">
        <p14:creationId xmlns:p14="http://schemas.microsoft.com/office/powerpoint/2010/main" val="2147644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ED278136-A0DE-1090-D302-7B665096A349}"/>
              </a:ext>
            </a:extLst>
          </p:cNvPr>
          <p:cNvSpPr/>
          <p:nvPr/>
        </p:nvSpPr>
        <p:spPr>
          <a:xfrm>
            <a:off x="9766999" y="365125"/>
            <a:ext cx="1131438" cy="1127508"/>
          </a:xfrm>
          <a:prstGeom prst="ellipse">
            <a:avLst/>
          </a:prstGeom>
          <a:solidFill>
            <a:srgbClr val="0F9E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el 1">
            <a:extLst>
              <a:ext uri="{FF2B5EF4-FFF2-40B4-BE49-F238E27FC236}">
                <a16:creationId xmlns:a16="http://schemas.microsoft.com/office/drawing/2014/main" id="{06A285B3-1831-C16B-AE66-47DCC55FD469}"/>
              </a:ext>
            </a:extLst>
          </p:cNvPr>
          <p:cNvSpPr>
            <a:spLocks noGrp="1"/>
          </p:cNvSpPr>
          <p:nvPr>
            <p:ph type="title"/>
          </p:nvPr>
        </p:nvSpPr>
        <p:spPr/>
        <p:txBody>
          <a:bodyPr/>
          <a:lstStyle/>
          <a:p>
            <a:r>
              <a:rPr lang="de-DE" dirty="0"/>
              <a:t>Code Entscheidungen</a:t>
            </a:r>
          </a:p>
        </p:txBody>
      </p:sp>
      <p:sp>
        <p:nvSpPr>
          <p:cNvPr id="3" name="Inhaltsplatzhalter 2">
            <a:extLst>
              <a:ext uri="{FF2B5EF4-FFF2-40B4-BE49-F238E27FC236}">
                <a16:creationId xmlns:a16="http://schemas.microsoft.com/office/drawing/2014/main" id="{7BCED790-9C8C-1C72-2658-AD1B4E3137A5}"/>
              </a:ext>
            </a:extLst>
          </p:cNvPr>
          <p:cNvSpPr>
            <a:spLocks noGrp="1"/>
          </p:cNvSpPr>
          <p:nvPr>
            <p:ph idx="1"/>
          </p:nvPr>
        </p:nvSpPr>
        <p:spPr/>
        <p:txBody>
          <a:bodyPr/>
          <a:lstStyle/>
          <a:p>
            <a:r>
              <a:rPr lang="de-DE" dirty="0"/>
              <a:t>Das Doughnut Diagramm ist simpel zu schreiben, und da wir nur mit Anzahlen von </a:t>
            </a:r>
            <a:r>
              <a:rPr lang="de-DE" dirty="0" err="1"/>
              <a:t>boolean</a:t>
            </a:r>
            <a:r>
              <a:rPr lang="de-DE" dirty="0"/>
              <a:t> Werten arbeiten, eine der übersichtlichen Möglichkeiten.</a:t>
            </a:r>
          </a:p>
          <a:p>
            <a:r>
              <a:rPr lang="de-DE" dirty="0"/>
              <a:t>Es gibt zwei verschiedene Anzeigemöglichkeiten(Webserver + Display), da es gut passt und zum „Spielcharakter“ passt, und Aufgabenkriterien erfüllt.</a:t>
            </a:r>
          </a:p>
          <a:p>
            <a:r>
              <a:rPr lang="de-DE" dirty="0"/>
              <a:t>Zwei ESPs sind nötig, um die Aufgabenstellung zu erfüllen, und das Spiel in zwei Teile zu unterteilen, man könnte sagen das das eine ein Interface ist.</a:t>
            </a:r>
          </a:p>
        </p:txBody>
      </p:sp>
      <p:sp>
        <p:nvSpPr>
          <p:cNvPr id="5" name="Ellipse 4">
            <a:extLst>
              <a:ext uri="{FF2B5EF4-FFF2-40B4-BE49-F238E27FC236}">
                <a16:creationId xmlns:a16="http://schemas.microsoft.com/office/drawing/2014/main" id="{4B01EE21-6BCD-F49F-55B3-7014529EFA73}"/>
              </a:ext>
            </a:extLst>
          </p:cNvPr>
          <p:cNvSpPr/>
          <p:nvPr/>
        </p:nvSpPr>
        <p:spPr>
          <a:xfrm>
            <a:off x="9609318" y="567770"/>
            <a:ext cx="1446800" cy="764679"/>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Ellipse 7">
            <a:extLst>
              <a:ext uri="{FF2B5EF4-FFF2-40B4-BE49-F238E27FC236}">
                <a16:creationId xmlns:a16="http://schemas.microsoft.com/office/drawing/2014/main" id="{EB20703A-518A-71C7-59B0-CD3703C7468B}"/>
              </a:ext>
            </a:extLst>
          </p:cNvPr>
          <p:cNvSpPr/>
          <p:nvPr/>
        </p:nvSpPr>
        <p:spPr>
          <a:xfrm>
            <a:off x="11031591" y="1487535"/>
            <a:ext cx="816077" cy="811596"/>
          </a:xfrm>
          <a:prstGeom prst="ellipse">
            <a:avLst/>
          </a:prstGeom>
          <a:solidFill>
            <a:srgbClr val="E971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9" name="Ellipse 8">
            <a:extLst>
              <a:ext uri="{FF2B5EF4-FFF2-40B4-BE49-F238E27FC236}">
                <a16:creationId xmlns:a16="http://schemas.microsoft.com/office/drawing/2014/main" id="{FAD7C33E-7368-D064-F65B-171CB09390EF}"/>
              </a:ext>
            </a:extLst>
          </p:cNvPr>
          <p:cNvSpPr/>
          <p:nvPr/>
        </p:nvSpPr>
        <p:spPr>
          <a:xfrm>
            <a:off x="11439629" y="2745938"/>
            <a:ext cx="666541" cy="675603"/>
          </a:xfrm>
          <a:prstGeom prst="ellipse">
            <a:avLst/>
          </a:prstGeom>
          <a:solidFill>
            <a:srgbClr val="0F9E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Rechteck 12">
            <a:extLst>
              <a:ext uri="{FF2B5EF4-FFF2-40B4-BE49-F238E27FC236}">
                <a16:creationId xmlns:a16="http://schemas.microsoft.com/office/drawing/2014/main" id="{D6F339A5-0AD7-635C-8C48-4895427FF0CC}"/>
              </a:ext>
            </a:extLst>
          </p:cNvPr>
          <p:cNvSpPr/>
          <p:nvPr/>
        </p:nvSpPr>
        <p:spPr>
          <a:xfrm>
            <a:off x="914400" y="1523976"/>
            <a:ext cx="1740310" cy="45719"/>
          </a:xfrm>
          <a:prstGeom prst="rect">
            <a:avLst/>
          </a:prstGeom>
          <a:solidFill>
            <a:srgbClr val="A02B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09EB1AEC-B0D8-8390-F93A-FD49F0FFDC12}"/>
              </a:ext>
            </a:extLst>
          </p:cNvPr>
          <p:cNvSpPr/>
          <p:nvPr/>
        </p:nvSpPr>
        <p:spPr>
          <a:xfrm>
            <a:off x="914400" y="5829595"/>
            <a:ext cx="1740310" cy="45719"/>
          </a:xfrm>
          <a:prstGeom prst="rect">
            <a:avLst/>
          </a:prstGeom>
          <a:solidFill>
            <a:srgbClr val="A02B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760882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008E721-A67D-ABFE-7DDC-23F8AAFB1B5D}"/>
              </a:ext>
            </a:extLst>
          </p:cNvPr>
          <p:cNvSpPr>
            <a:spLocks noGrp="1"/>
          </p:cNvSpPr>
          <p:nvPr>
            <p:ph type="title"/>
          </p:nvPr>
        </p:nvSpPr>
        <p:spPr>
          <a:xfrm>
            <a:off x="686834" y="1153572"/>
            <a:ext cx="3200400" cy="4461163"/>
          </a:xfrm>
        </p:spPr>
        <p:txBody>
          <a:bodyPr>
            <a:normAutofit/>
          </a:bodyPr>
          <a:lstStyle/>
          <a:p>
            <a:r>
              <a:rPr lang="de-DE" dirty="0">
                <a:solidFill>
                  <a:srgbClr val="FFFFFF"/>
                </a:solidFill>
              </a:rPr>
              <a:t>Inspiration und Reflexion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nhaltsplatzhalter 2">
            <a:extLst>
              <a:ext uri="{FF2B5EF4-FFF2-40B4-BE49-F238E27FC236}">
                <a16:creationId xmlns:a16="http://schemas.microsoft.com/office/drawing/2014/main" id="{B01D2250-59B2-FE7C-49D5-7EB4A9FADC37}"/>
              </a:ext>
            </a:extLst>
          </p:cNvPr>
          <p:cNvSpPr>
            <a:spLocks noGrp="1"/>
          </p:cNvSpPr>
          <p:nvPr>
            <p:ph idx="1"/>
          </p:nvPr>
        </p:nvSpPr>
        <p:spPr>
          <a:xfrm>
            <a:off x="4447308" y="591344"/>
            <a:ext cx="6906491" cy="5585619"/>
          </a:xfrm>
        </p:spPr>
        <p:txBody>
          <a:bodyPr anchor="ctr">
            <a:normAutofit/>
          </a:bodyPr>
          <a:lstStyle/>
          <a:p>
            <a:r>
              <a:rPr lang="de-DE" dirty="0"/>
              <a:t>Eigentlich war die Idee für unser Projekt ein Witz, wir (Alwin Franke) haben dann jedoch mehr darüber nachgedacht, und bemerkt das es ein gut passendes Projekt ist.</a:t>
            </a:r>
          </a:p>
          <a:p>
            <a:r>
              <a:rPr lang="de-DE" dirty="0"/>
              <a:t>Jeder von uns konnte seinen Teil beitragen, und dabei viel lernen.</a:t>
            </a:r>
          </a:p>
        </p:txBody>
      </p:sp>
      <p:pic>
        <p:nvPicPr>
          <p:cNvPr id="9" name="Grafik 8">
            <a:extLst>
              <a:ext uri="{FF2B5EF4-FFF2-40B4-BE49-F238E27FC236}">
                <a16:creationId xmlns:a16="http://schemas.microsoft.com/office/drawing/2014/main" id="{32298C19-BD77-92F3-5CBC-37AB95D609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040" y="4865089"/>
            <a:ext cx="1383268" cy="1694003"/>
          </a:xfrm>
          <a:prstGeom prst="rect">
            <a:avLst/>
          </a:prstGeom>
        </p:spPr>
      </p:pic>
    </p:spTree>
    <p:extLst>
      <p:ext uri="{BB962C8B-B14F-4D97-AF65-F5344CB8AC3E}">
        <p14:creationId xmlns:p14="http://schemas.microsoft.com/office/powerpoint/2010/main" val="772391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descr="Danke für eure Aufmerksamkeit! - Happy Squirrel Meme Generator">
            <a:extLst>
              <a:ext uri="{FF2B5EF4-FFF2-40B4-BE49-F238E27FC236}">
                <a16:creationId xmlns:a16="http://schemas.microsoft.com/office/drawing/2014/main" id="{3BCCDDF9-A927-3838-8EAD-4A14BA4AE26D}"/>
              </a:ext>
            </a:extLst>
          </p:cNvPr>
          <p:cNvPicPr>
            <a:picLocks noChangeAspect="1"/>
          </p:cNvPicPr>
          <p:nvPr/>
        </p:nvPicPr>
        <p:blipFill>
          <a:blip r:embed="rId2"/>
          <a:stretch>
            <a:fillRect/>
          </a:stretch>
        </p:blipFill>
        <p:spPr>
          <a:xfrm>
            <a:off x="6011530" y="0"/>
            <a:ext cx="1880612" cy="4121499"/>
          </a:xfrm>
          <a:prstGeom prst="rect">
            <a:avLst/>
          </a:prstGeom>
        </p:spPr>
      </p:pic>
      <p:sp>
        <p:nvSpPr>
          <p:cNvPr id="2" name="Titel 1">
            <a:extLst>
              <a:ext uri="{FF2B5EF4-FFF2-40B4-BE49-F238E27FC236}">
                <a16:creationId xmlns:a16="http://schemas.microsoft.com/office/drawing/2014/main" id="{6A57ABCD-B034-8CAC-9F69-90BCB6072A6B}"/>
              </a:ext>
            </a:extLst>
          </p:cNvPr>
          <p:cNvSpPr>
            <a:spLocks noGrp="1"/>
          </p:cNvSpPr>
          <p:nvPr>
            <p:ph type="title"/>
          </p:nvPr>
        </p:nvSpPr>
        <p:spPr/>
        <p:txBody>
          <a:bodyPr/>
          <a:lstStyle/>
          <a:p>
            <a:endParaRPr lang="de-DE"/>
          </a:p>
        </p:txBody>
      </p:sp>
      <p:sp>
        <p:nvSpPr>
          <p:cNvPr id="3" name="Inhaltsplatzhalter 2">
            <a:extLst>
              <a:ext uri="{FF2B5EF4-FFF2-40B4-BE49-F238E27FC236}">
                <a16:creationId xmlns:a16="http://schemas.microsoft.com/office/drawing/2014/main" id="{3EC0AE81-7277-848C-71FC-CCF0D22086D8}"/>
              </a:ext>
            </a:extLst>
          </p:cNvPr>
          <p:cNvSpPr>
            <a:spLocks noGrp="1"/>
          </p:cNvSpPr>
          <p:nvPr>
            <p:ph idx="1"/>
          </p:nvPr>
        </p:nvSpPr>
        <p:spPr/>
        <p:txBody>
          <a:bodyPr/>
          <a:lstStyle/>
          <a:p>
            <a:endParaRPr lang="de-DE"/>
          </a:p>
        </p:txBody>
      </p:sp>
      <p:pic>
        <p:nvPicPr>
          <p:cNvPr id="4" name="Grafik 3" descr="Meme: &quot;DANKE FÜR EURE AUFMERKSAMKEIT&quot; - All Templates - Meme-arsenal.com">
            <a:extLst>
              <a:ext uri="{FF2B5EF4-FFF2-40B4-BE49-F238E27FC236}">
                <a16:creationId xmlns:a16="http://schemas.microsoft.com/office/drawing/2014/main" id="{67553F47-30E2-5962-6B8D-B5882EE2A405}"/>
              </a:ext>
            </a:extLst>
          </p:cNvPr>
          <p:cNvPicPr>
            <a:picLocks noChangeAspect="1"/>
          </p:cNvPicPr>
          <p:nvPr/>
        </p:nvPicPr>
        <p:blipFill>
          <a:blip r:embed="rId3"/>
          <a:stretch>
            <a:fillRect/>
          </a:stretch>
        </p:blipFill>
        <p:spPr>
          <a:xfrm>
            <a:off x="7739613" y="0"/>
            <a:ext cx="2102477" cy="5147268"/>
          </a:xfrm>
          <a:prstGeom prst="rect">
            <a:avLst/>
          </a:prstGeom>
        </p:spPr>
      </p:pic>
      <p:pic>
        <p:nvPicPr>
          <p:cNvPr id="5" name="Grafik 4" descr="Vielen dank für eure AUFMERKSAMKEIT Wer noch fragen hat hat nicht ...">
            <a:extLst>
              <a:ext uri="{FF2B5EF4-FFF2-40B4-BE49-F238E27FC236}">
                <a16:creationId xmlns:a16="http://schemas.microsoft.com/office/drawing/2014/main" id="{22EF3192-F7C9-7B12-0AA9-805A1C3D1204}"/>
              </a:ext>
            </a:extLst>
          </p:cNvPr>
          <p:cNvPicPr>
            <a:picLocks noChangeAspect="1"/>
          </p:cNvPicPr>
          <p:nvPr/>
        </p:nvPicPr>
        <p:blipFill>
          <a:blip r:embed="rId4"/>
          <a:stretch>
            <a:fillRect/>
          </a:stretch>
        </p:blipFill>
        <p:spPr>
          <a:xfrm>
            <a:off x="0" y="-150726"/>
            <a:ext cx="6029011" cy="3579726"/>
          </a:xfrm>
          <a:prstGeom prst="rect">
            <a:avLst/>
          </a:prstGeom>
        </p:spPr>
      </p:pic>
      <p:pic>
        <p:nvPicPr>
          <p:cNvPr id="6" name="Grafik 5" descr="Danke für eure aufmerksamkeit bilder kostenlos">
            <a:extLst>
              <a:ext uri="{FF2B5EF4-FFF2-40B4-BE49-F238E27FC236}">
                <a16:creationId xmlns:a16="http://schemas.microsoft.com/office/drawing/2014/main" id="{09F47F35-B16D-D0EB-8096-B9A3F5921471}"/>
              </a:ext>
            </a:extLst>
          </p:cNvPr>
          <p:cNvPicPr>
            <a:picLocks noChangeAspect="1"/>
          </p:cNvPicPr>
          <p:nvPr/>
        </p:nvPicPr>
        <p:blipFill>
          <a:blip r:embed="rId5"/>
          <a:stretch>
            <a:fillRect/>
          </a:stretch>
        </p:blipFill>
        <p:spPr>
          <a:xfrm>
            <a:off x="0" y="3331029"/>
            <a:ext cx="3526971" cy="3526971"/>
          </a:xfrm>
          <a:prstGeom prst="rect">
            <a:avLst/>
          </a:prstGeom>
        </p:spPr>
      </p:pic>
      <p:pic>
        <p:nvPicPr>
          <p:cNvPr id="7" name="Grafik 6" descr="Danke für eure Aufmerksamkeit Guy und Daniel - Shrek Meme Generator">
            <a:extLst>
              <a:ext uri="{FF2B5EF4-FFF2-40B4-BE49-F238E27FC236}">
                <a16:creationId xmlns:a16="http://schemas.microsoft.com/office/drawing/2014/main" id="{A06EAD7A-6648-3FE3-5BD3-3029809A44E0}"/>
              </a:ext>
            </a:extLst>
          </p:cNvPr>
          <p:cNvPicPr>
            <a:picLocks noChangeAspect="1"/>
          </p:cNvPicPr>
          <p:nvPr/>
        </p:nvPicPr>
        <p:blipFill>
          <a:blip r:embed="rId6"/>
          <a:stretch>
            <a:fillRect/>
          </a:stretch>
        </p:blipFill>
        <p:spPr>
          <a:xfrm>
            <a:off x="3526971" y="3331029"/>
            <a:ext cx="5715000" cy="4657411"/>
          </a:xfrm>
          <a:prstGeom prst="rect">
            <a:avLst/>
          </a:prstGeom>
        </p:spPr>
      </p:pic>
      <p:pic>
        <p:nvPicPr>
          <p:cNvPr id="10" name="Grafik 9">
            <a:extLst>
              <a:ext uri="{FF2B5EF4-FFF2-40B4-BE49-F238E27FC236}">
                <a16:creationId xmlns:a16="http://schemas.microsoft.com/office/drawing/2014/main" id="{D0C6C6CF-989D-5D67-9867-5FD2DF202E3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18596" y="719485"/>
            <a:ext cx="4236357" cy="7534278"/>
          </a:xfrm>
          <a:prstGeom prst="rect">
            <a:avLst/>
          </a:prstGeom>
        </p:spPr>
      </p:pic>
      <p:pic>
        <p:nvPicPr>
          <p:cNvPr id="9" name="Grafik 8" descr="Meme: &quot;DANKE FÜR EURE AUFMERKSAMKEIT&quot; - All Templates - Meme-arsenal.com">
            <a:extLst>
              <a:ext uri="{FF2B5EF4-FFF2-40B4-BE49-F238E27FC236}">
                <a16:creationId xmlns:a16="http://schemas.microsoft.com/office/drawing/2014/main" id="{4AA85BB5-D5B1-A2CB-A2C8-319A88B1032E}"/>
              </a:ext>
            </a:extLst>
          </p:cNvPr>
          <p:cNvPicPr>
            <a:picLocks noChangeAspect="1"/>
          </p:cNvPicPr>
          <p:nvPr/>
        </p:nvPicPr>
        <p:blipFill>
          <a:blip r:embed="rId8"/>
          <a:stretch>
            <a:fillRect/>
          </a:stretch>
        </p:blipFill>
        <p:spPr>
          <a:xfrm>
            <a:off x="9241971" y="5147268"/>
            <a:ext cx="2931435" cy="1710732"/>
          </a:xfrm>
          <a:prstGeom prst="rect">
            <a:avLst/>
          </a:prstGeom>
        </p:spPr>
      </p:pic>
      <p:pic>
        <p:nvPicPr>
          <p:cNvPr id="11" name="Inhaltsplatzhalter 4">
            <a:extLst>
              <a:ext uri="{FF2B5EF4-FFF2-40B4-BE49-F238E27FC236}">
                <a16:creationId xmlns:a16="http://schemas.microsoft.com/office/drawing/2014/main" id="{691298C8-8E84-9269-77D7-F21A27A0351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833978" y="-1"/>
            <a:ext cx="2358022" cy="5147267"/>
          </a:xfrm>
          <a:prstGeom prst="rect">
            <a:avLst/>
          </a:prstGeom>
        </p:spPr>
      </p:pic>
    </p:spTree>
    <p:extLst>
      <p:ext uri="{BB962C8B-B14F-4D97-AF65-F5344CB8AC3E}">
        <p14:creationId xmlns:p14="http://schemas.microsoft.com/office/powerpoint/2010/main" val="1304813230"/>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331</Words>
  <Application>Microsoft Office PowerPoint</Application>
  <PresentationFormat>Breitbild</PresentationFormat>
  <Paragraphs>30</Paragraphs>
  <Slides>10</Slides>
  <Notes>1</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10</vt:i4>
      </vt:variant>
    </vt:vector>
  </HeadingPairs>
  <TitlesOfParts>
    <vt:vector size="16" baseType="lpstr">
      <vt:lpstr>Aharoni</vt:lpstr>
      <vt:lpstr>Aptos</vt:lpstr>
      <vt:lpstr>Aptos Display</vt:lpstr>
      <vt:lpstr>Arial</vt:lpstr>
      <vt:lpstr>Calibri</vt:lpstr>
      <vt:lpstr>Office</vt:lpstr>
      <vt:lpstr>ESP32-Glücksspiel </vt:lpstr>
      <vt:lpstr>Übersicht</vt:lpstr>
      <vt:lpstr>Materialien:</vt:lpstr>
      <vt:lpstr>Schaltplananalyse</vt:lpstr>
      <vt:lpstr>Funktionalität der Schaltung:</vt:lpstr>
      <vt:lpstr>Code Highlights Sender!</vt:lpstr>
      <vt:lpstr>Code Highlights Sender!</vt:lpstr>
      <vt:lpstr>Code Entscheidungen</vt:lpstr>
      <vt:lpstr>Inspiration und Reflexion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Franke Alwin</dc:creator>
  <cp:lastModifiedBy>Batoha Felix</cp:lastModifiedBy>
  <cp:revision>13</cp:revision>
  <dcterms:created xsi:type="dcterms:W3CDTF">2026-05-31T11:12:31Z</dcterms:created>
  <dcterms:modified xsi:type="dcterms:W3CDTF">2026-06-01T11:41:22Z</dcterms:modified>
</cp:coreProperties>
</file>